
<file path=[Content_Types].xml><?xml version="1.0" encoding="utf-8"?>
<Types xmlns="http://schemas.openxmlformats.org/package/2006/content-types">
  <Default Extension="fntdata" ContentType="application/x-fontdata"/>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71" r:id="rId13"/>
    <p:sldId id="270" r:id="rId14"/>
    <p:sldId id="272" r:id="rId15"/>
    <p:sldId id="264" r:id="rId16"/>
    <p:sldId id="265" r:id="rId17"/>
    <p:sldId id="266" r:id="rId18"/>
    <p:sldId id="267" r:id="rId19"/>
    <p:sldId id="268" r:id="rId20"/>
    <p:sldId id="269" r:id="rId21"/>
  </p:sldIdLst>
  <p:sldSz cx="12192000" cy="6858000"/>
  <p:notesSz cx="6858000" cy="9144000"/>
  <p:embeddedFontLst>
    <p:embeddedFont>
      <p:font typeface="Century Gothic" panose="020B0502020202020204" pitchFamily="34" charset="0"/>
      <p:regular r:id="rId23"/>
      <p:bold r:id="rId24"/>
      <p:italic r:id="rId25"/>
      <p:boldItalic r:id="rId26"/>
    </p:embeddedFont>
  </p:embeddedFontLst>
  <p:custDataLst>
    <p:tags r:id="rId27"/>
  </p:custData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hlYlCtF+airiOZksSy3UV5ad0gh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02198C4-3087-4945-87E3-76CBB3509B7E}">
  <a:tblStyle styleId="{802198C4-3087-4945-87E3-76CBB3509B7E}"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204" y="3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tags" Target="tags/tag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263919653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9" name="Google Shape;14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7" name="Google Shape;15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Google Shape;164;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5" name="Google Shape;165;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2" name="Google Shape;172;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6" name="Google Shape;186;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g9504e2950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3" name="Google Shape;193;g9504e2950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0" name="Google Shape;20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4" name="Google Shape;21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1" name="Google Shape;221;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5" name="Google Shape;235;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2"/>
        <p:cNvGrpSpPr/>
        <p:nvPr/>
      </p:nvGrpSpPr>
      <p:grpSpPr>
        <a:xfrm>
          <a:off x="0" y="0"/>
          <a:ext cx="0" cy="0"/>
          <a:chOff x="0" y="0"/>
          <a:chExt cx="0" cy="0"/>
        </a:xfrm>
      </p:grpSpPr>
      <p:pic>
        <p:nvPicPr>
          <p:cNvPr id="13" name="Google Shape;13;p1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4" name="Google Shape;14;p16"/>
          <p:cNvSpPr txBox="1">
            <a:spLocks noGrp="1"/>
          </p:cNvSpPr>
          <p:nvPr>
            <p:ph type="ctrTitle"/>
          </p:nvPr>
        </p:nvSpPr>
        <p:spPr>
          <a:xfrm>
            <a:off x="1371600" y="1803405"/>
            <a:ext cx="9448800" cy="1825096"/>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6000"/>
              <a:buFont typeface="Century Gothic"/>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6"/>
          <p:cNvSpPr txBox="1">
            <a:spLocks noGrp="1"/>
          </p:cNvSpPr>
          <p:nvPr>
            <p:ph type="subTitle" idx="1"/>
          </p:nvPr>
        </p:nvSpPr>
        <p:spPr>
          <a:xfrm>
            <a:off x="1371600" y="3632201"/>
            <a:ext cx="9448800" cy="6858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lt1"/>
              </a:buClr>
              <a:buSzPts val="2000"/>
              <a:buNone/>
              <a:defRPr sz="2000"/>
            </a:lvl1pPr>
            <a:lvl2pPr lvl="1" algn="ctr">
              <a:lnSpc>
                <a:spcPct val="90000"/>
              </a:lnSpc>
              <a:spcBef>
                <a:spcPts val="500"/>
              </a:spcBef>
              <a:spcAft>
                <a:spcPts val="0"/>
              </a:spcAft>
              <a:buClr>
                <a:schemeClr val="lt1"/>
              </a:buClr>
              <a:buSzPts val="2000"/>
              <a:buNone/>
              <a:defRPr sz="2000"/>
            </a:lvl2pPr>
            <a:lvl3pPr lvl="2" algn="ctr">
              <a:lnSpc>
                <a:spcPct val="90000"/>
              </a:lnSpc>
              <a:spcBef>
                <a:spcPts val="500"/>
              </a:spcBef>
              <a:spcAft>
                <a:spcPts val="0"/>
              </a:spcAft>
              <a:buClr>
                <a:schemeClr val="lt1"/>
              </a:buClr>
              <a:buSzPts val="1800"/>
              <a:buNone/>
              <a:defRPr sz="1800"/>
            </a:lvl3pPr>
            <a:lvl4pPr lvl="3" algn="ctr">
              <a:lnSpc>
                <a:spcPct val="90000"/>
              </a:lnSpc>
              <a:spcBef>
                <a:spcPts val="500"/>
              </a:spcBef>
              <a:spcAft>
                <a:spcPts val="0"/>
              </a:spcAft>
              <a:buClr>
                <a:schemeClr val="lt1"/>
              </a:buClr>
              <a:buSzPts val="1600"/>
              <a:buNone/>
              <a:defRPr sz="1600"/>
            </a:lvl4pPr>
            <a:lvl5pPr lvl="4" algn="ctr">
              <a:lnSpc>
                <a:spcPct val="90000"/>
              </a:lnSpc>
              <a:spcBef>
                <a:spcPts val="500"/>
              </a:spcBef>
              <a:spcAft>
                <a:spcPts val="0"/>
              </a:spcAft>
              <a:buClr>
                <a:schemeClr val="lt1"/>
              </a:buClr>
              <a:buSzPts val="1600"/>
              <a:buNone/>
              <a:defRPr sz="1600"/>
            </a:lvl5pPr>
            <a:lvl6pPr lvl="5" algn="ctr">
              <a:lnSpc>
                <a:spcPct val="90000"/>
              </a:lnSpc>
              <a:spcBef>
                <a:spcPts val="500"/>
              </a:spcBef>
              <a:spcAft>
                <a:spcPts val="0"/>
              </a:spcAft>
              <a:buClr>
                <a:schemeClr val="lt1"/>
              </a:buClr>
              <a:buSzPts val="1600"/>
              <a:buNone/>
              <a:defRPr sz="1600"/>
            </a:lvl6pPr>
            <a:lvl7pPr lvl="6" algn="ctr">
              <a:lnSpc>
                <a:spcPct val="90000"/>
              </a:lnSpc>
              <a:spcBef>
                <a:spcPts val="500"/>
              </a:spcBef>
              <a:spcAft>
                <a:spcPts val="0"/>
              </a:spcAft>
              <a:buClr>
                <a:schemeClr val="lt1"/>
              </a:buClr>
              <a:buSzPts val="1600"/>
              <a:buNone/>
              <a:defRPr sz="1600"/>
            </a:lvl7pPr>
            <a:lvl8pPr lvl="7" algn="ctr">
              <a:lnSpc>
                <a:spcPct val="90000"/>
              </a:lnSpc>
              <a:spcBef>
                <a:spcPts val="500"/>
              </a:spcBef>
              <a:spcAft>
                <a:spcPts val="0"/>
              </a:spcAft>
              <a:buClr>
                <a:schemeClr val="lt1"/>
              </a:buClr>
              <a:buSzPts val="1600"/>
              <a:buNone/>
              <a:defRPr sz="1600"/>
            </a:lvl8pPr>
            <a:lvl9pPr lvl="8" algn="ctr">
              <a:lnSpc>
                <a:spcPct val="90000"/>
              </a:lnSpc>
              <a:spcBef>
                <a:spcPts val="500"/>
              </a:spcBef>
              <a:spcAft>
                <a:spcPts val="0"/>
              </a:spcAft>
              <a:buClr>
                <a:schemeClr val="lt1"/>
              </a:buClr>
              <a:buSzPts val="1600"/>
              <a:buNone/>
              <a:defRPr sz="1600"/>
            </a:lvl9pPr>
          </a:lstStyle>
          <a:p>
            <a:endParaRPr/>
          </a:p>
        </p:txBody>
      </p:sp>
      <p:sp>
        <p:nvSpPr>
          <p:cNvPr id="16" name="Google Shape;16;p16"/>
          <p:cNvSpPr txBox="1">
            <a:spLocks noGrp="1"/>
          </p:cNvSpPr>
          <p:nvPr>
            <p:ph type="dt" idx="10"/>
          </p:nvPr>
        </p:nvSpPr>
        <p:spPr>
          <a:xfrm>
            <a:off x="7909561" y="4314328"/>
            <a:ext cx="2910840" cy="374642"/>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6"/>
          <p:cNvSpPr txBox="1">
            <a:spLocks noGrp="1"/>
          </p:cNvSpPr>
          <p:nvPr>
            <p:ph type="ftr" idx="11"/>
          </p:nvPr>
        </p:nvSpPr>
        <p:spPr>
          <a:xfrm>
            <a:off x="1371600" y="4323845"/>
            <a:ext cx="64008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6"/>
          <p:cNvSpPr txBox="1">
            <a:spLocks noGrp="1"/>
          </p:cNvSpPr>
          <p:nvPr>
            <p:ph type="sldNum" idx="12"/>
          </p:nvPr>
        </p:nvSpPr>
        <p:spPr>
          <a:xfrm>
            <a:off x="8077200" y="1430866"/>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2" name="Google Shape;22;p17"/>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7"/>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7"/>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25"/>
        <p:cNvGrpSpPr/>
        <p:nvPr/>
      </p:nvGrpSpPr>
      <p:grpSpPr>
        <a:xfrm>
          <a:off x="0" y="0"/>
          <a:ext cx="0" cy="0"/>
          <a:chOff x="0" y="0"/>
          <a:chExt cx="0" cy="0"/>
        </a:xfrm>
      </p:grpSpPr>
      <p:pic>
        <p:nvPicPr>
          <p:cNvPr id="26" name="Google Shape;26;p1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27" name="Google Shape;27;p18"/>
          <p:cNvSpPr txBox="1">
            <a:spLocks noGrp="1"/>
          </p:cNvSpPr>
          <p:nvPr>
            <p:ph type="title"/>
          </p:nvPr>
        </p:nvSpPr>
        <p:spPr>
          <a:xfrm>
            <a:off x="685800" y="753533"/>
            <a:ext cx="10820399" cy="2801935"/>
          </a:xfrm>
          <a:prstGeom prst="rect">
            <a:avLst/>
          </a:prstGeom>
          <a:noFill/>
          <a:ln>
            <a:noFill/>
          </a:ln>
        </p:spPr>
        <p:txBody>
          <a:bodyPr spcFirstLastPara="1" wrap="square" lIns="91425" tIns="45700" rIns="91425" bIns="45700" anchor="b" anchorCtr="0">
            <a:normAutofit/>
          </a:bodyPr>
          <a:lstStyle>
            <a:lvl1pPr lvl="0" algn="r">
              <a:lnSpc>
                <a:spcPct val="90000"/>
              </a:lnSpc>
              <a:spcBef>
                <a:spcPts val="0"/>
              </a:spcBef>
              <a:spcAft>
                <a:spcPts val="0"/>
              </a:spcAft>
              <a:buClr>
                <a:schemeClr val="lt1"/>
              </a:buClr>
              <a:buSzPts val="4000"/>
              <a:buFont typeface="Century Gothic"/>
              <a:buNone/>
              <a:defRPr sz="4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8"/>
          <p:cNvSpPr txBox="1">
            <a:spLocks noGrp="1"/>
          </p:cNvSpPr>
          <p:nvPr>
            <p:ph type="body" idx="1"/>
          </p:nvPr>
        </p:nvSpPr>
        <p:spPr>
          <a:xfrm>
            <a:off x="1024467" y="3641725"/>
            <a:ext cx="10490200" cy="955675"/>
          </a:xfrm>
          <a:prstGeom prst="rect">
            <a:avLst/>
          </a:prstGeom>
          <a:noFill/>
          <a:ln>
            <a:noFill/>
          </a:ln>
        </p:spPr>
        <p:txBody>
          <a:bodyPr spcFirstLastPara="1" wrap="square" lIns="91425" tIns="45700" rIns="91425" bIns="45700" anchor="t" anchorCtr="0">
            <a:normAutofit/>
          </a:bodyPr>
          <a:lstStyle>
            <a:lvl1pPr marL="457200" lvl="0" indent="-228600" algn="r">
              <a:lnSpc>
                <a:spcPct val="90000"/>
              </a:lnSpc>
              <a:spcBef>
                <a:spcPts val="1000"/>
              </a:spcBef>
              <a:spcAft>
                <a:spcPts val="0"/>
              </a:spcAft>
              <a:buClr>
                <a:schemeClr val="lt1"/>
              </a:buClr>
              <a:buSzPts val="2200"/>
              <a:buNone/>
              <a:defRPr sz="2200">
                <a:solidFill>
                  <a:schemeClr val="lt1"/>
                </a:solidFill>
              </a:defRPr>
            </a:lvl1pPr>
            <a:lvl2pPr marL="914400" lvl="1" indent="-228600" algn="l">
              <a:lnSpc>
                <a:spcPct val="90000"/>
              </a:lnSpc>
              <a:spcBef>
                <a:spcPts val="500"/>
              </a:spcBef>
              <a:spcAft>
                <a:spcPts val="0"/>
              </a:spcAft>
              <a:buClr>
                <a:schemeClr val="lt1"/>
              </a:buClr>
              <a:buSzPts val="2000"/>
              <a:buNone/>
              <a:defRPr sz="2000">
                <a:solidFill>
                  <a:schemeClr val="lt1"/>
                </a:solidFill>
              </a:defRPr>
            </a:lvl2pPr>
            <a:lvl3pPr marL="1371600" lvl="2" indent="-228600" algn="l">
              <a:lnSpc>
                <a:spcPct val="90000"/>
              </a:lnSpc>
              <a:spcBef>
                <a:spcPts val="500"/>
              </a:spcBef>
              <a:spcAft>
                <a:spcPts val="0"/>
              </a:spcAft>
              <a:buClr>
                <a:schemeClr val="lt1"/>
              </a:buClr>
              <a:buSzPts val="1800"/>
              <a:buNone/>
              <a:defRPr sz="1800">
                <a:solidFill>
                  <a:schemeClr val="lt1"/>
                </a:solidFill>
              </a:defRPr>
            </a:lvl3pPr>
            <a:lvl4pPr marL="1828800" lvl="3" indent="-228600" algn="l">
              <a:lnSpc>
                <a:spcPct val="90000"/>
              </a:lnSpc>
              <a:spcBef>
                <a:spcPts val="500"/>
              </a:spcBef>
              <a:spcAft>
                <a:spcPts val="0"/>
              </a:spcAft>
              <a:buClr>
                <a:schemeClr val="lt1"/>
              </a:buClr>
              <a:buSzPts val="1600"/>
              <a:buNone/>
              <a:defRPr sz="1600">
                <a:solidFill>
                  <a:schemeClr val="lt1"/>
                </a:solidFill>
              </a:defRPr>
            </a:lvl4pPr>
            <a:lvl5pPr marL="2286000" lvl="4" indent="-228600" algn="l">
              <a:lnSpc>
                <a:spcPct val="90000"/>
              </a:lnSpc>
              <a:spcBef>
                <a:spcPts val="500"/>
              </a:spcBef>
              <a:spcAft>
                <a:spcPts val="0"/>
              </a:spcAft>
              <a:buClr>
                <a:schemeClr val="lt1"/>
              </a:buClr>
              <a:buSzPts val="1600"/>
              <a:buNone/>
              <a:defRPr sz="1600">
                <a:solidFill>
                  <a:schemeClr val="lt1"/>
                </a:solidFill>
              </a:defRPr>
            </a:lvl5pPr>
            <a:lvl6pPr marL="2743200" lvl="5" indent="-228600" algn="l">
              <a:lnSpc>
                <a:spcPct val="90000"/>
              </a:lnSpc>
              <a:spcBef>
                <a:spcPts val="500"/>
              </a:spcBef>
              <a:spcAft>
                <a:spcPts val="0"/>
              </a:spcAft>
              <a:buClr>
                <a:schemeClr val="lt1"/>
              </a:buClr>
              <a:buSzPts val="1600"/>
              <a:buNone/>
              <a:defRPr sz="1600">
                <a:solidFill>
                  <a:schemeClr val="lt1"/>
                </a:solidFill>
              </a:defRPr>
            </a:lvl6pPr>
            <a:lvl7pPr marL="3200400" lvl="6" indent="-228600" algn="l">
              <a:lnSpc>
                <a:spcPct val="90000"/>
              </a:lnSpc>
              <a:spcBef>
                <a:spcPts val="500"/>
              </a:spcBef>
              <a:spcAft>
                <a:spcPts val="0"/>
              </a:spcAft>
              <a:buClr>
                <a:schemeClr val="lt1"/>
              </a:buClr>
              <a:buSzPts val="1600"/>
              <a:buNone/>
              <a:defRPr sz="1600">
                <a:solidFill>
                  <a:schemeClr val="lt1"/>
                </a:solidFill>
              </a:defRPr>
            </a:lvl7pPr>
            <a:lvl8pPr marL="3657600" lvl="7" indent="-228600" algn="l">
              <a:lnSpc>
                <a:spcPct val="90000"/>
              </a:lnSpc>
              <a:spcBef>
                <a:spcPts val="500"/>
              </a:spcBef>
              <a:spcAft>
                <a:spcPts val="0"/>
              </a:spcAft>
              <a:buClr>
                <a:schemeClr val="lt1"/>
              </a:buClr>
              <a:buSzPts val="1600"/>
              <a:buNone/>
              <a:defRPr sz="1600">
                <a:solidFill>
                  <a:schemeClr val="lt1"/>
                </a:solidFill>
              </a:defRPr>
            </a:lvl8pPr>
            <a:lvl9pPr marL="4114800" lvl="8" indent="-228600" algn="l">
              <a:lnSpc>
                <a:spcPct val="90000"/>
              </a:lnSpc>
              <a:spcBef>
                <a:spcPts val="500"/>
              </a:spcBef>
              <a:spcAft>
                <a:spcPts val="0"/>
              </a:spcAft>
              <a:buClr>
                <a:schemeClr val="lt1"/>
              </a:buClr>
              <a:buSzPts val="1600"/>
              <a:buNone/>
              <a:defRPr sz="1600">
                <a:solidFill>
                  <a:schemeClr val="lt1"/>
                </a:solidFill>
              </a:defRPr>
            </a:lvl9pPr>
          </a:lstStyle>
          <a:p>
            <a:endParaRPr/>
          </a:p>
        </p:txBody>
      </p:sp>
      <p:sp>
        <p:nvSpPr>
          <p:cNvPr id="29" name="Google Shape;29;p18"/>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8"/>
          <p:cNvSpPr txBox="1">
            <a:spLocks noGrp="1"/>
          </p:cNvSpPr>
          <p:nvPr>
            <p:ph type="ftr" idx="11"/>
          </p:nvPr>
        </p:nvSpPr>
        <p:spPr>
          <a:xfrm>
            <a:off x="685800" y="381001"/>
            <a:ext cx="6991492" cy="36406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1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2"/>
        <p:cNvGrpSpPr/>
        <p:nvPr/>
      </p:nvGrpSpPr>
      <p:grpSpPr>
        <a:xfrm>
          <a:off x="0" y="0"/>
          <a:ext cx="0" cy="0"/>
          <a:chOff x="0" y="0"/>
          <a:chExt cx="0" cy="0"/>
        </a:xfrm>
      </p:grpSpPr>
      <p:sp>
        <p:nvSpPr>
          <p:cNvPr id="33" name="Google Shape;33;p1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9"/>
          <p:cNvSpPr txBox="1">
            <a:spLocks noGrp="1"/>
          </p:cNvSpPr>
          <p:nvPr>
            <p:ph type="body" idx="1"/>
          </p:nvPr>
        </p:nvSpPr>
        <p:spPr>
          <a:xfrm>
            <a:off x="6858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5" name="Google Shape;35;p19"/>
          <p:cNvSpPr txBox="1">
            <a:spLocks noGrp="1"/>
          </p:cNvSpPr>
          <p:nvPr>
            <p:ph type="body" idx="2"/>
          </p:nvPr>
        </p:nvSpPr>
        <p:spPr>
          <a:xfrm>
            <a:off x="6172200" y="2194559"/>
            <a:ext cx="5334000" cy="4024125"/>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6" name="Google Shape;36;p1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9"/>
        <p:cNvGrpSpPr/>
        <p:nvPr/>
      </p:nvGrpSpPr>
      <p:grpSpPr>
        <a:xfrm>
          <a:off x="0" y="0"/>
          <a:ext cx="0" cy="0"/>
          <a:chOff x="0" y="0"/>
          <a:chExt cx="0" cy="0"/>
        </a:xfrm>
      </p:grpSpPr>
      <p:sp>
        <p:nvSpPr>
          <p:cNvPr id="40" name="Google Shape;40;p20"/>
          <p:cNvSpPr txBox="1">
            <a:spLocks noGrp="1"/>
          </p:cNvSpPr>
          <p:nvPr>
            <p:ph type="title"/>
          </p:nvPr>
        </p:nvSpPr>
        <p:spPr>
          <a:xfrm>
            <a:off x="2895600" y="762000"/>
            <a:ext cx="8610600"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20"/>
          <p:cNvSpPr txBox="1">
            <a:spLocks noGrp="1"/>
          </p:cNvSpPr>
          <p:nvPr>
            <p:ph type="body" idx="1"/>
          </p:nvPr>
        </p:nvSpPr>
        <p:spPr>
          <a:xfrm>
            <a:off x="914409" y="2183802"/>
            <a:ext cx="5079991"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2" name="Google Shape;42;p20"/>
          <p:cNvSpPr txBox="1">
            <a:spLocks noGrp="1"/>
          </p:cNvSpPr>
          <p:nvPr>
            <p:ph type="body" idx="2"/>
          </p:nvPr>
        </p:nvSpPr>
        <p:spPr>
          <a:xfrm>
            <a:off x="685800" y="3132666"/>
            <a:ext cx="5311775"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3" name="Google Shape;43;p20"/>
          <p:cNvSpPr txBox="1">
            <a:spLocks noGrp="1"/>
          </p:cNvSpPr>
          <p:nvPr>
            <p:ph type="body" idx="3"/>
          </p:nvPr>
        </p:nvSpPr>
        <p:spPr>
          <a:xfrm>
            <a:off x="6400800" y="2183802"/>
            <a:ext cx="5105400"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lt1"/>
              </a:buClr>
              <a:buSzPts val="2800"/>
              <a:buNone/>
              <a:defRPr sz="28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44" name="Google Shape;44;p20"/>
          <p:cNvSpPr txBox="1">
            <a:spLocks noGrp="1"/>
          </p:cNvSpPr>
          <p:nvPr>
            <p:ph type="body" idx="4"/>
          </p:nvPr>
        </p:nvSpPr>
        <p:spPr>
          <a:xfrm>
            <a:off x="6172200" y="3132666"/>
            <a:ext cx="5334000" cy="3086019"/>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45" name="Google Shape;45;p2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2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2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49" name="Google Shape;49;p2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2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1" name="Google Shape;51;p2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2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22"/>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22"/>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22"/>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3"/>
          <p:cNvSpPr txBox="1">
            <a:spLocks noGrp="1"/>
          </p:cNvSpPr>
          <p:nvPr>
            <p:ph type="title"/>
          </p:nvPr>
        </p:nvSpPr>
        <p:spPr>
          <a:xfrm>
            <a:off x="685800" y="1524000"/>
            <a:ext cx="41148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3"/>
          <p:cNvSpPr txBox="1">
            <a:spLocks noGrp="1"/>
          </p:cNvSpPr>
          <p:nvPr>
            <p:ph type="body" idx="1"/>
          </p:nvPr>
        </p:nvSpPr>
        <p:spPr>
          <a:xfrm>
            <a:off x="4995582" y="746759"/>
            <a:ext cx="6510618" cy="5471925"/>
          </a:xfrm>
          <a:prstGeom prst="rect">
            <a:avLst/>
          </a:prstGeom>
          <a:noFill/>
          <a:ln>
            <a:noFill/>
          </a:ln>
        </p:spPr>
        <p:txBody>
          <a:bodyPr spcFirstLastPara="1" wrap="square" lIns="91425" tIns="45700" rIns="91425" bIns="45700" anchor="ctr"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60" name="Google Shape;60;p23"/>
          <p:cNvSpPr txBox="1">
            <a:spLocks noGrp="1"/>
          </p:cNvSpPr>
          <p:nvPr>
            <p:ph type="body" idx="2"/>
          </p:nvPr>
        </p:nvSpPr>
        <p:spPr>
          <a:xfrm>
            <a:off x="685800" y="3124199"/>
            <a:ext cx="411480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1" name="Google Shape;61;p23"/>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3"/>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3"/>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4"/>
          <p:cNvSpPr txBox="1">
            <a:spLocks noGrp="1"/>
          </p:cNvSpPr>
          <p:nvPr>
            <p:ph type="title"/>
          </p:nvPr>
        </p:nvSpPr>
        <p:spPr>
          <a:xfrm>
            <a:off x="685800" y="1524000"/>
            <a:ext cx="687324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4"/>
          <p:cNvSpPr>
            <a:spLocks noGrp="1"/>
          </p:cNvSpPr>
          <p:nvPr>
            <p:ph type="pic" idx="2"/>
          </p:nvPr>
        </p:nvSpPr>
        <p:spPr>
          <a:xfrm>
            <a:off x="7861238" y="751241"/>
            <a:ext cx="3644962" cy="5467443"/>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67" name="Google Shape;67;p24"/>
          <p:cNvSpPr txBox="1">
            <a:spLocks noGrp="1"/>
          </p:cNvSpPr>
          <p:nvPr>
            <p:ph type="body" idx="1"/>
          </p:nvPr>
        </p:nvSpPr>
        <p:spPr>
          <a:xfrm>
            <a:off x="685800" y="3124199"/>
            <a:ext cx="6873240" cy="30944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68" name="Google Shape;68;p24"/>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4"/>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4"/>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anoramic Picture with Caption">
  <p:cSld name="Panoramic Picture with Caption">
    <p:spTree>
      <p:nvGrpSpPr>
        <p:cNvPr id="1" name="Shape 71"/>
        <p:cNvGrpSpPr/>
        <p:nvPr/>
      </p:nvGrpSpPr>
      <p:grpSpPr>
        <a:xfrm>
          <a:off x="0" y="0"/>
          <a:ext cx="0" cy="0"/>
          <a:chOff x="0" y="0"/>
          <a:chExt cx="0" cy="0"/>
        </a:xfrm>
      </p:grpSpPr>
      <p:sp>
        <p:nvSpPr>
          <p:cNvPr id="72" name="Google Shape;72;p25"/>
          <p:cNvSpPr txBox="1">
            <a:spLocks noGrp="1"/>
          </p:cNvSpPr>
          <p:nvPr>
            <p:ph type="title"/>
          </p:nvPr>
        </p:nvSpPr>
        <p:spPr>
          <a:xfrm>
            <a:off x="685777" y="4697360"/>
            <a:ext cx="10822034" cy="81935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5"/>
          <p:cNvSpPr>
            <a:spLocks noGrp="1"/>
          </p:cNvSpPr>
          <p:nvPr>
            <p:ph type="pic" idx="2"/>
          </p:nvPr>
        </p:nvSpPr>
        <p:spPr>
          <a:xfrm>
            <a:off x="681727" y="941439"/>
            <a:ext cx="10821840" cy="3478161"/>
          </a:xfrm>
          <a:prstGeom prst="rect">
            <a:avLst/>
          </a:prstGeom>
          <a:noFill/>
          <a:ln>
            <a:noFill/>
          </a:ln>
        </p:spPr>
        <p:txBody>
          <a:bodyPr spcFirstLastPara="1" wrap="square" lIns="91425" tIns="45700" rIns="91425" bIns="45700" anchor="t" anchorCtr="0">
            <a:normAutofit/>
          </a:bodyPr>
          <a:lstStyle>
            <a:lvl1pPr marR="0" lvl="0" algn="l" rtl="0">
              <a:lnSpc>
                <a:spcPct val="90000"/>
              </a:lnSpc>
              <a:spcBef>
                <a:spcPts val="1000"/>
              </a:spcBef>
              <a:spcAft>
                <a:spcPts val="0"/>
              </a:spcAft>
              <a:buClr>
                <a:schemeClr val="lt1"/>
              </a:buClr>
              <a:buSzPts val="3200"/>
              <a:buFont typeface="Arial"/>
              <a:buNone/>
              <a:defRPr sz="32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2800"/>
              <a:buFont typeface="Arial"/>
              <a:buNone/>
              <a:defRPr sz="28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2400"/>
              <a:buFont typeface="Arial"/>
              <a:buNone/>
              <a:defRPr sz="24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2000"/>
              <a:buFont typeface="Arial"/>
              <a:buNone/>
              <a:defRPr sz="2000" b="0" i="0" u="none" strike="noStrike" cap="none">
                <a:solidFill>
                  <a:schemeClr val="lt1"/>
                </a:solidFill>
                <a:latin typeface="Century Gothic"/>
                <a:ea typeface="Century Gothic"/>
                <a:cs typeface="Century Gothic"/>
                <a:sym typeface="Century Gothic"/>
              </a:defRPr>
            </a:lvl9pPr>
          </a:lstStyle>
          <a:p>
            <a:endParaRPr/>
          </a:p>
        </p:txBody>
      </p:sp>
      <p:sp>
        <p:nvSpPr>
          <p:cNvPr id="74" name="Google Shape;74;p25"/>
          <p:cNvSpPr txBox="1">
            <a:spLocks noGrp="1"/>
          </p:cNvSpPr>
          <p:nvPr>
            <p:ph type="body" idx="1"/>
          </p:nvPr>
        </p:nvSpPr>
        <p:spPr>
          <a:xfrm>
            <a:off x="685800" y="5516715"/>
            <a:ext cx="10820400" cy="701969"/>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75" name="Google Shape;75;p2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2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Title and Caption">
  <p:cSld name="Title and Caption">
    <p:spTree>
      <p:nvGrpSpPr>
        <p:cNvPr id="1" name="Shape 78"/>
        <p:cNvGrpSpPr/>
        <p:nvPr/>
      </p:nvGrpSpPr>
      <p:grpSpPr>
        <a:xfrm>
          <a:off x="0" y="0"/>
          <a:ext cx="0" cy="0"/>
          <a:chOff x="0" y="0"/>
          <a:chExt cx="0" cy="0"/>
        </a:xfrm>
      </p:grpSpPr>
      <p:pic>
        <p:nvPicPr>
          <p:cNvPr id="79" name="Google Shape;79;p26"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0" name="Google Shape;80;p26"/>
          <p:cNvSpPr txBox="1">
            <a:spLocks noGrp="1"/>
          </p:cNvSpPr>
          <p:nvPr>
            <p:ph type="title"/>
          </p:nvPr>
        </p:nvSpPr>
        <p:spPr>
          <a:xfrm>
            <a:off x="685800" y="753532"/>
            <a:ext cx="10820400" cy="2802467"/>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6"/>
          <p:cNvSpPr txBox="1">
            <a:spLocks noGrp="1"/>
          </p:cNvSpPr>
          <p:nvPr>
            <p:ph type="body" idx="1"/>
          </p:nvPr>
        </p:nvSpPr>
        <p:spPr>
          <a:xfrm>
            <a:off x="1024467" y="3649133"/>
            <a:ext cx="10130516" cy="999067"/>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2" name="Google Shape;82;p26"/>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26"/>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26"/>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Quote with Caption">
  <p:cSld name="Quote with Caption">
    <p:spTree>
      <p:nvGrpSpPr>
        <p:cNvPr id="1" name="Shape 85"/>
        <p:cNvGrpSpPr/>
        <p:nvPr/>
      </p:nvGrpSpPr>
      <p:grpSpPr>
        <a:xfrm>
          <a:off x="0" y="0"/>
          <a:ext cx="0" cy="0"/>
          <a:chOff x="0" y="0"/>
          <a:chExt cx="0" cy="0"/>
        </a:xfrm>
      </p:grpSpPr>
      <p:pic>
        <p:nvPicPr>
          <p:cNvPr id="86" name="Google Shape;86;p27"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87" name="Google Shape;87;p27"/>
          <p:cNvSpPr txBox="1">
            <a:spLocks noGrp="1"/>
          </p:cNvSpPr>
          <p:nvPr>
            <p:ph type="title"/>
          </p:nvPr>
        </p:nvSpPr>
        <p:spPr>
          <a:xfrm>
            <a:off x="1024467" y="753533"/>
            <a:ext cx="10151533" cy="260449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27"/>
          <p:cNvSpPr txBox="1">
            <a:spLocks noGrp="1"/>
          </p:cNvSpPr>
          <p:nvPr>
            <p:ph type="body" idx="1"/>
          </p:nvPr>
        </p:nvSpPr>
        <p:spPr>
          <a:xfrm>
            <a:off x="1303865" y="3365556"/>
            <a:ext cx="9592736" cy="444443"/>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89" name="Google Shape;89;p27"/>
          <p:cNvSpPr txBox="1">
            <a:spLocks noGrp="1"/>
          </p:cNvSpPr>
          <p:nvPr>
            <p:ph type="body" idx="2"/>
          </p:nvPr>
        </p:nvSpPr>
        <p:spPr>
          <a:xfrm>
            <a:off x="1024467" y="3959862"/>
            <a:ext cx="10151533" cy="679871"/>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0" name="Google Shape;90;p27"/>
          <p:cNvSpPr txBox="1">
            <a:spLocks noGrp="1"/>
          </p:cNvSpPr>
          <p:nvPr>
            <p:ph type="dt" idx="10"/>
          </p:nvPr>
        </p:nvSpPr>
        <p:spPr>
          <a:xfrm>
            <a:off x="7814452" y="38100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27"/>
          <p:cNvSpPr txBox="1">
            <a:spLocks noGrp="1"/>
          </p:cNvSpPr>
          <p:nvPr>
            <p:ph type="ftr" idx="11"/>
          </p:nvPr>
        </p:nvSpPr>
        <p:spPr>
          <a:xfrm>
            <a:off x="685800" y="379941"/>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27"/>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
        <p:nvSpPr>
          <p:cNvPr id="93" name="Google Shape;93;p27"/>
          <p:cNvSpPr txBox="1"/>
          <p:nvPr/>
        </p:nvSpPr>
        <p:spPr>
          <a:xfrm>
            <a:off x="476250" y="933450"/>
            <a:ext cx="609600" cy="58477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
        <p:nvSpPr>
          <p:cNvPr id="94" name="Google Shape;94;p27"/>
          <p:cNvSpPr txBox="1"/>
          <p:nvPr/>
        </p:nvSpPr>
        <p:spPr>
          <a:xfrm>
            <a:off x="10984230" y="2701290"/>
            <a:ext cx="609600" cy="584776"/>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chemeClr val="lt1"/>
              </a:buClr>
              <a:buSzPts val="8000"/>
              <a:buFont typeface="Century Gothic"/>
              <a:buNone/>
            </a:pPr>
            <a:r>
              <a:rPr lang="en-US" sz="8000" b="0" i="0" u="none" strike="noStrike" cap="none">
                <a:solidFill>
                  <a:schemeClr val="lt1"/>
                </a:solidFill>
                <a:latin typeface="Century Gothic"/>
                <a:ea typeface="Century Gothic"/>
                <a:cs typeface="Century Gothic"/>
                <a:sym typeface="Century Gothic"/>
              </a:rPr>
              <a:t>”</a:t>
            </a:r>
            <a:endParaRPr sz="1400" b="0" i="0" u="none" strike="noStrike" cap="none">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Name Card">
  <p:cSld name="Name Card">
    <p:spTree>
      <p:nvGrpSpPr>
        <p:cNvPr id="1" name="Shape 95"/>
        <p:cNvGrpSpPr/>
        <p:nvPr/>
      </p:nvGrpSpPr>
      <p:grpSpPr>
        <a:xfrm>
          <a:off x="0" y="0"/>
          <a:ext cx="0" cy="0"/>
          <a:chOff x="0" y="0"/>
          <a:chExt cx="0" cy="0"/>
        </a:xfrm>
      </p:grpSpPr>
      <p:pic>
        <p:nvPicPr>
          <p:cNvPr id="96" name="Google Shape;96;p28"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97" name="Google Shape;97;p28"/>
          <p:cNvSpPr txBox="1">
            <a:spLocks noGrp="1"/>
          </p:cNvSpPr>
          <p:nvPr>
            <p:ph type="title"/>
          </p:nvPr>
        </p:nvSpPr>
        <p:spPr>
          <a:xfrm>
            <a:off x="1024495" y="1124701"/>
            <a:ext cx="10146186" cy="2511835"/>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lt1"/>
              </a:buClr>
              <a:buSzPts val="3200"/>
              <a:buFont typeface="Century Gothic"/>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8" name="Google Shape;98;p28"/>
          <p:cNvSpPr txBox="1">
            <a:spLocks noGrp="1"/>
          </p:cNvSpPr>
          <p:nvPr>
            <p:ph type="body" idx="1"/>
          </p:nvPr>
        </p:nvSpPr>
        <p:spPr>
          <a:xfrm>
            <a:off x="1024467" y="3648315"/>
            <a:ext cx="10144654" cy="999885"/>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600"/>
              <a:buNone/>
              <a:defRPr sz="1600"/>
            </a:lvl1pPr>
            <a:lvl2pPr marL="914400" lvl="1" indent="-228600" algn="l">
              <a:lnSpc>
                <a:spcPct val="90000"/>
              </a:lnSpc>
              <a:spcBef>
                <a:spcPts val="500"/>
              </a:spcBef>
              <a:spcAft>
                <a:spcPts val="0"/>
              </a:spcAft>
              <a:buClr>
                <a:schemeClr val="lt1"/>
              </a:buClr>
              <a:buSzPts val="1400"/>
              <a:buNone/>
              <a:defRPr sz="1400"/>
            </a:lvl2pPr>
            <a:lvl3pPr marL="1371600" lvl="2" indent="-228600" algn="l">
              <a:lnSpc>
                <a:spcPct val="90000"/>
              </a:lnSpc>
              <a:spcBef>
                <a:spcPts val="500"/>
              </a:spcBef>
              <a:spcAft>
                <a:spcPts val="0"/>
              </a:spcAft>
              <a:buClr>
                <a:schemeClr val="lt1"/>
              </a:buClr>
              <a:buSzPts val="1200"/>
              <a:buNone/>
              <a:defRPr sz="1200"/>
            </a:lvl3pPr>
            <a:lvl4pPr marL="1828800" lvl="3" indent="-228600" algn="l">
              <a:lnSpc>
                <a:spcPct val="90000"/>
              </a:lnSpc>
              <a:spcBef>
                <a:spcPts val="500"/>
              </a:spcBef>
              <a:spcAft>
                <a:spcPts val="0"/>
              </a:spcAft>
              <a:buClr>
                <a:schemeClr val="lt1"/>
              </a:buClr>
              <a:buSzPts val="1000"/>
              <a:buNone/>
              <a:defRPr sz="1000"/>
            </a:lvl4pPr>
            <a:lvl5pPr marL="2286000" lvl="4" indent="-228600" algn="l">
              <a:lnSpc>
                <a:spcPct val="90000"/>
              </a:lnSpc>
              <a:spcBef>
                <a:spcPts val="500"/>
              </a:spcBef>
              <a:spcAft>
                <a:spcPts val="0"/>
              </a:spcAft>
              <a:buClr>
                <a:schemeClr val="lt1"/>
              </a:buClr>
              <a:buSzPts val="1000"/>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99" name="Google Shape;99;p28"/>
          <p:cNvSpPr txBox="1">
            <a:spLocks noGrp="1"/>
          </p:cNvSpPr>
          <p:nvPr>
            <p:ph type="dt" idx="10"/>
          </p:nvPr>
        </p:nvSpPr>
        <p:spPr>
          <a:xfrm>
            <a:off x="7814452" y="378883"/>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28"/>
          <p:cNvSpPr txBox="1">
            <a:spLocks noGrp="1"/>
          </p:cNvSpPr>
          <p:nvPr>
            <p:ph type="ftr" idx="11"/>
          </p:nvPr>
        </p:nvSpPr>
        <p:spPr>
          <a:xfrm>
            <a:off x="685800" y="378883"/>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1" name="Google Shape;101;p28"/>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3 Column">
  <p:cSld name="3 Column">
    <p:spTree>
      <p:nvGrpSpPr>
        <p:cNvPr id="1" name="Shape 102"/>
        <p:cNvGrpSpPr/>
        <p:nvPr/>
      </p:nvGrpSpPr>
      <p:grpSpPr>
        <a:xfrm>
          <a:off x="0" y="0"/>
          <a:ext cx="0" cy="0"/>
          <a:chOff x="0" y="0"/>
          <a:chExt cx="0" cy="0"/>
        </a:xfrm>
      </p:grpSpPr>
      <p:sp>
        <p:nvSpPr>
          <p:cNvPr id="103" name="Google Shape;103;p29"/>
          <p:cNvSpPr txBox="1">
            <a:spLocks noGrp="1"/>
          </p:cNvSpPr>
          <p:nvPr>
            <p:ph type="title"/>
          </p:nvPr>
        </p:nvSpPr>
        <p:spPr>
          <a:xfrm>
            <a:off x="2895600" y="761999"/>
            <a:ext cx="8610599" cy="1303867"/>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4" name="Google Shape;104;p29"/>
          <p:cNvSpPr txBox="1">
            <a:spLocks noGrp="1"/>
          </p:cNvSpPr>
          <p:nvPr>
            <p:ph type="body" idx="1"/>
          </p:nvPr>
        </p:nvSpPr>
        <p:spPr>
          <a:xfrm>
            <a:off x="685800" y="2202080"/>
            <a:ext cx="3456432" cy="617320"/>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5" name="Google Shape;105;p29"/>
          <p:cNvSpPr txBox="1">
            <a:spLocks noGrp="1"/>
          </p:cNvSpPr>
          <p:nvPr>
            <p:ph type="body" idx="2"/>
          </p:nvPr>
        </p:nvSpPr>
        <p:spPr>
          <a:xfrm>
            <a:off x="685799"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6" name="Google Shape;106;p29"/>
          <p:cNvSpPr txBox="1">
            <a:spLocks noGrp="1"/>
          </p:cNvSpPr>
          <p:nvPr>
            <p:ph type="body" idx="3"/>
          </p:nvPr>
        </p:nvSpPr>
        <p:spPr>
          <a:xfrm>
            <a:off x="4368800" y="2201333"/>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7" name="Google Shape;107;p29"/>
          <p:cNvSpPr txBox="1">
            <a:spLocks noGrp="1"/>
          </p:cNvSpPr>
          <p:nvPr>
            <p:ph type="body" idx="4"/>
          </p:nvPr>
        </p:nvSpPr>
        <p:spPr>
          <a:xfrm>
            <a:off x="4366858" y="2904067"/>
            <a:ext cx="3456432" cy="331461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08" name="Google Shape;108;p29"/>
          <p:cNvSpPr txBox="1">
            <a:spLocks noGrp="1"/>
          </p:cNvSpPr>
          <p:nvPr>
            <p:ph type="body" idx="5"/>
          </p:nvPr>
        </p:nvSpPr>
        <p:spPr>
          <a:xfrm>
            <a:off x="8051800" y="2192866"/>
            <a:ext cx="3456432" cy="626534"/>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09" name="Google Shape;109;p29"/>
          <p:cNvSpPr txBox="1">
            <a:spLocks noGrp="1"/>
          </p:cNvSpPr>
          <p:nvPr>
            <p:ph type="body" idx="6"/>
          </p:nvPr>
        </p:nvSpPr>
        <p:spPr>
          <a:xfrm>
            <a:off x="8051801" y="2904565"/>
            <a:ext cx="3456432" cy="3314132"/>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0" name="Google Shape;110;p29"/>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1" name="Google Shape;111;p29"/>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2" name="Google Shape;112;p29"/>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3 Picture Column">
  <p:cSld name="3 Picture Column">
    <p:spTree>
      <p:nvGrpSpPr>
        <p:cNvPr id="1" name="Shape 113"/>
        <p:cNvGrpSpPr/>
        <p:nvPr/>
      </p:nvGrpSpPr>
      <p:grpSpPr>
        <a:xfrm>
          <a:off x="0" y="0"/>
          <a:ext cx="0" cy="0"/>
          <a:chOff x="0" y="0"/>
          <a:chExt cx="0" cy="0"/>
        </a:xfrm>
      </p:grpSpPr>
      <p:sp>
        <p:nvSpPr>
          <p:cNvPr id="114" name="Google Shape;114;p30"/>
          <p:cNvSpPr txBox="1">
            <a:spLocks noGrp="1"/>
          </p:cNvSpPr>
          <p:nvPr>
            <p:ph type="title"/>
          </p:nvPr>
        </p:nvSpPr>
        <p:spPr>
          <a:xfrm>
            <a:off x="2895600" y="762000"/>
            <a:ext cx="8610599" cy="12954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15" name="Google Shape;115;p30"/>
          <p:cNvSpPr txBox="1">
            <a:spLocks noGrp="1"/>
          </p:cNvSpPr>
          <p:nvPr>
            <p:ph type="body" idx="1"/>
          </p:nvPr>
        </p:nvSpPr>
        <p:spPr>
          <a:xfrm>
            <a:off x="688618" y="4191000"/>
            <a:ext cx="3451582"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6" name="Google Shape;116;p30"/>
          <p:cNvSpPr>
            <a:spLocks noGrp="1"/>
          </p:cNvSpPr>
          <p:nvPr>
            <p:ph type="pic" idx="2"/>
          </p:nvPr>
        </p:nvSpPr>
        <p:spPr>
          <a:xfrm>
            <a:off x="688618" y="2362200"/>
            <a:ext cx="3451582"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17" name="Google Shape;117;p30"/>
          <p:cNvSpPr txBox="1">
            <a:spLocks noGrp="1"/>
          </p:cNvSpPr>
          <p:nvPr>
            <p:ph type="body" idx="3"/>
          </p:nvPr>
        </p:nvSpPr>
        <p:spPr>
          <a:xfrm>
            <a:off x="688618" y="4873764"/>
            <a:ext cx="3451582"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18" name="Google Shape;118;p30"/>
          <p:cNvSpPr txBox="1">
            <a:spLocks noGrp="1"/>
          </p:cNvSpPr>
          <p:nvPr>
            <p:ph type="body" idx="4"/>
          </p:nvPr>
        </p:nvSpPr>
        <p:spPr>
          <a:xfrm>
            <a:off x="4374263" y="4191000"/>
            <a:ext cx="3448935"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19" name="Google Shape;119;p30"/>
          <p:cNvSpPr>
            <a:spLocks noGrp="1"/>
          </p:cNvSpPr>
          <p:nvPr>
            <p:ph type="pic" idx="5"/>
          </p:nvPr>
        </p:nvSpPr>
        <p:spPr>
          <a:xfrm>
            <a:off x="4374263" y="2362200"/>
            <a:ext cx="3448936"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0" name="Google Shape;120;p30"/>
          <p:cNvSpPr txBox="1">
            <a:spLocks noGrp="1"/>
          </p:cNvSpPr>
          <p:nvPr>
            <p:ph type="body" idx="6"/>
          </p:nvPr>
        </p:nvSpPr>
        <p:spPr>
          <a:xfrm>
            <a:off x="4374264" y="4873763"/>
            <a:ext cx="344893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1" name="Google Shape;121;p30"/>
          <p:cNvSpPr txBox="1">
            <a:spLocks noGrp="1"/>
          </p:cNvSpPr>
          <p:nvPr>
            <p:ph type="body" idx="7"/>
          </p:nvPr>
        </p:nvSpPr>
        <p:spPr>
          <a:xfrm>
            <a:off x="8049731" y="4191000"/>
            <a:ext cx="3456469" cy="682765"/>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1000"/>
              </a:spcBef>
              <a:spcAft>
                <a:spcPts val="0"/>
              </a:spcAft>
              <a:buClr>
                <a:schemeClr val="lt1"/>
              </a:buClr>
              <a:buSzPts val="2400"/>
              <a:buNone/>
              <a:defRPr sz="2400" b="0">
                <a:solidFill>
                  <a:schemeClr val="lt1"/>
                </a:solidFill>
              </a:defRPr>
            </a:lvl1pPr>
            <a:lvl2pPr marL="914400" lvl="1" indent="-228600" algn="l">
              <a:lnSpc>
                <a:spcPct val="90000"/>
              </a:lnSpc>
              <a:spcBef>
                <a:spcPts val="500"/>
              </a:spcBef>
              <a:spcAft>
                <a:spcPts val="0"/>
              </a:spcAft>
              <a:buClr>
                <a:schemeClr val="lt1"/>
              </a:buClr>
              <a:buSzPts val="2000"/>
              <a:buNone/>
              <a:defRPr sz="2000" b="1"/>
            </a:lvl2pPr>
            <a:lvl3pPr marL="1371600" lvl="2" indent="-228600" algn="l">
              <a:lnSpc>
                <a:spcPct val="90000"/>
              </a:lnSpc>
              <a:spcBef>
                <a:spcPts val="500"/>
              </a:spcBef>
              <a:spcAft>
                <a:spcPts val="0"/>
              </a:spcAft>
              <a:buClr>
                <a:schemeClr val="lt1"/>
              </a:buClr>
              <a:buSzPts val="1800"/>
              <a:buNone/>
              <a:defRPr sz="1800" b="1"/>
            </a:lvl3pPr>
            <a:lvl4pPr marL="1828800" lvl="3" indent="-228600" algn="l">
              <a:lnSpc>
                <a:spcPct val="90000"/>
              </a:lnSpc>
              <a:spcBef>
                <a:spcPts val="500"/>
              </a:spcBef>
              <a:spcAft>
                <a:spcPts val="0"/>
              </a:spcAft>
              <a:buClr>
                <a:schemeClr val="lt1"/>
              </a:buClr>
              <a:buSzPts val="1600"/>
              <a:buNone/>
              <a:defRPr sz="1600" b="1"/>
            </a:lvl4pPr>
            <a:lvl5pPr marL="2286000" lvl="4" indent="-228600" algn="l">
              <a:lnSpc>
                <a:spcPct val="90000"/>
              </a:lnSpc>
              <a:spcBef>
                <a:spcPts val="500"/>
              </a:spcBef>
              <a:spcAft>
                <a:spcPts val="0"/>
              </a:spcAft>
              <a:buClr>
                <a:schemeClr val="lt1"/>
              </a:buClr>
              <a:buSzPts val="1600"/>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122" name="Google Shape;122;p30"/>
          <p:cNvSpPr>
            <a:spLocks noGrp="1"/>
          </p:cNvSpPr>
          <p:nvPr>
            <p:ph type="pic" idx="8"/>
          </p:nvPr>
        </p:nvSpPr>
        <p:spPr>
          <a:xfrm>
            <a:off x="8049855" y="2362200"/>
            <a:ext cx="3447878" cy="1524000"/>
          </a:xfrm>
          <a:prstGeom prst="roundRect">
            <a:avLst>
              <a:gd name="adj" fmla="val 0"/>
            </a:avLst>
          </a:prstGeom>
          <a:noFill/>
          <a:ln>
            <a:noFill/>
          </a:ln>
          <a:effectLst>
            <a:outerShdw blurRad="50800" dist="50800" dir="5400000" algn="tl" rotWithShape="0">
              <a:srgbClr val="000000">
                <a:alpha val="41960"/>
              </a:srgbClr>
            </a:outerShdw>
          </a:effectLst>
        </p:spPr>
        <p:txBody>
          <a:bodyPr spcFirstLastPara="1" wrap="square" lIns="91425" tIns="45700" rIns="91425" bIns="45700" anchor="t" anchorCtr="0">
            <a:normAutofit/>
          </a:bodyPr>
          <a:lstStyle>
            <a:lvl1pPr marR="0" lvl="0" algn="ctr"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1pPr>
            <a:lvl2pPr marR="0" lvl="1"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2pPr>
            <a:lvl3pPr marR="0" lvl="2"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3pPr>
            <a:lvl4pPr marR="0" lvl="3"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4pPr>
            <a:lvl5pPr marR="0" lvl="4"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5pPr>
            <a:lvl6pPr marR="0" lvl="5"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6pPr>
            <a:lvl7pPr marR="0" lvl="6"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7pPr>
            <a:lvl8pPr marR="0" lvl="7"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8pPr>
            <a:lvl9pPr marR="0" lvl="8" algn="l" rtl="0">
              <a:lnSpc>
                <a:spcPct val="90000"/>
              </a:lnSpc>
              <a:spcBef>
                <a:spcPts val="500"/>
              </a:spcBef>
              <a:spcAft>
                <a:spcPts val="0"/>
              </a:spcAft>
              <a:buClr>
                <a:schemeClr val="lt1"/>
              </a:buClr>
              <a:buSzPts val="1600"/>
              <a:buFont typeface="Arial"/>
              <a:buNone/>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123" name="Google Shape;123;p30"/>
          <p:cNvSpPr txBox="1">
            <a:spLocks noGrp="1"/>
          </p:cNvSpPr>
          <p:nvPr>
            <p:ph type="body" idx="9"/>
          </p:nvPr>
        </p:nvSpPr>
        <p:spPr>
          <a:xfrm>
            <a:off x="8049731" y="4873761"/>
            <a:ext cx="3452445" cy="1344921"/>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lt1"/>
              </a:buClr>
              <a:buSzPts val="1400"/>
              <a:buNone/>
              <a:defRPr sz="1400"/>
            </a:lvl1pPr>
            <a:lvl2pPr marL="914400" lvl="1" indent="-228600" algn="l">
              <a:lnSpc>
                <a:spcPct val="90000"/>
              </a:lnSpc>
              <a:spcBef>
                <a:spcPts val="500"/>
              </a:spcBef>
              <a:spcAft>
                <a:spcPts val="0"/>
              </a:spcAft>
              <a:buClr>
                <a:schemeClr val="lt1"/>
              </a:buClr>
              <a:buSzPts val="1200"/>
              <a:buNone/>
              <a:defRPr sz="1200"/>
            </a:lvl2pPr>
            <a:lvl3pPr marL="1371600" lvl="2" indent="-228600" algn="l">
              <a:lnSpc>
                <a:spcPct val="90000"/>
              </a:lnSpc>
              <a:spcBef>
                <a:spcPts val="500"/>
              </a:spcBef>
              <a:spcAft>
                <a:spcPts val="0"/>
              </a:spcAft>
              <a:buClr>
                <a:schemeClr val="lt1"/>
              </a:buClr>
              <a:buSzPts val="1000"/>
              <a:buNone/>
              <a:defRPr sz="1000"/>
            </a:lvl3pPr>
            <a:lvl4pPr marL="1828800" lvl="3" indent="-228600" algn="l">
              <a:lnSpc>
                <a:spcPct val="90000"/>
              </a:lnSpc>
              <a:spcBef>
                <a:spcPts val="500"/>
              </a:spcBef>
              <a:spcAft>
                <a:spcPts val="0"/>
              </a:spcAft>
              <a:buClr>
                <a:schemeClr val="lt1"/>
              </a:buClr>
              <a:buSzPts val="900"/>
              <a:buNone/>
              <a:defRPr sz="900"/>
            </a:lvl4pPr>
            <a:lvl5pPr marL="2286000" lvl="4" indent="-228600" algn="l">
              <a:lnSpc>
                <a:spcPct val="90000"/>
              </a:lnSpc>
              <a:spcBef>
                <a:spcPts val="500"/>
              </a:spcBef>
              <a:spcAft>
                <a:spcPts val="0"/>
              </a:spcAft>
              <a:buClr>
                <a:schemeClr val="lt1"/>
              </a:buClr>
              <a:buSzPts val="900"/>
              <a:buNone/>
              <a:defRPr sz="900"/>
            </a:lvl5pPr>
            <a:lvl6pPr marL="2743200" lvl="5" indent="-228600" algn="l">
              <a:lnSpc>
                <a:spcPct val="90000"/>
              </a:lnSpc>
              <a:spcBef>
                <a:spcPts val="500"/>
              </a:spcBef>
              <a:spcAft>
                <a:spcPts val="0"/>
              </a:spcAft>
              <a:buClr>
                <a:schemeClr val="lt1"/>
              </a:buClr>
              <a:buSzPts val="900"/>
              <a:buNone/>
              <a:defRPr sz="900"/>
            </a:lvl6pPr>
            <a:lvl7pPr marL="3200400" lvl="6" indent="-228600" algn="l">
              <a:lnSpc>
                <a:spcPct val="90000"/>
              </a:lnSpc>
              <a:spcBef>
                <a:spcPts val="500"/>
              </a:spcBef>
              <a:spcAft>
                <a:spcPts val="0"/>
              </a:spcAft>
              <a:buClr>
                <a:schemeClr val="lt1"/>
              </a:buClr>
              <a:buSzPts val="900"/>
              <a:buNone/>
              <a:defRPr sz="900"/>
            </a:lvl7pPr>
            <a:lvl8pPr marL="3657600" lvl="7" indent="-228600" algn="l">
              <a:lnSpc>
                <a:spcPct val="90000"/>
              </a:lnSpc>
              <a:spcBef>
                <a:spcPts val="500"/>
              </a:spcBef>
              <a:spcAft>
                <a:spcPts val="0"/>
              </a:spcAft>
              <a:buClr>
                <a:schemeClr val="lt1"/>
              </a:buClr>
              <a:buSzPts val="900"/>
              <a:buNone/>
              <a:defRPr sz="900"/>
            </a:lvl8pPr>
            <a:lvl9pPr marL="4114800" lvl="8" indent="-228600" algn="l">
              <a:lnSpc>
                <a:spcPct val="90000"/>
              </a:lnSpc>
              <a:spcBef>
                <a:spcPts val="500"/>
              </a:spcBef>
              <a:spcAft>
                <a:spcPts val="0"/>
              </a:spcAft>
              <a:buClr>
                <a:schemeClr val="lt1"/>
              </a:buClr>
              <a:buSzPts val="900"/>
              <a:buNone/>
              <a:defRPr sz="900"/>
            </a:lvl9pPr>
          </a:lstStyle>
          <a:p>
            <a:endParaRPr/>
          </a:p>
        </p:txBody>
      </p:sp>
      <p:sp>
        <p:nvSpPr>
          <p:cNvPr id="124" name="Google Shape;124;p30"/>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5" name="Google Shape;125;p30"/>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p30"/>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27"/>
        <p:cNvGrpSpPr/>
        <p:nvPr/>
      </p:nvGrpSpPr>
      <p:grpSpPr>
        <a:xfrm>
          <a:off x="0" y="0"/>
          <a:ext cx="0" cy="0"/>
          <a:chOff x="0" y="0"/>
          <a:chExt cx="0" cy="0"/>
        </a:xfrm>
      </p:grpSpPr>
      <p:sp>
        <p:nvSpPr>
          <p:cNvPr id="128" name="Google Shape;128;p3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9" name="Google Shape;129;p31"/>
          <p:cNvSpPr txBox="1">
            <a:spLocks noGrp="1"/>
          </p:cNvSpPr>
          <p:nvPr>
            <p:ph type="body" idx="1"/>
          </p:nvPr>
        </p:nvSpPr>
        <p:spPr>
          <a:xfrm rot="5400000">
            <a:off x="4083937" y="-1203579"/>
            <a:ext cx="4024125" cy="10820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0" name="Google Shape;130;p31"/>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1" name="Google Shape;131;p31"/>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2" name="Google Shape;132;p31"/>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133"/>
        <p:cNvGrpSpPr/>
        <p:nvPr/>
      </p:nvGrpSpPr>
      <p:grpSpPr>
        <a:xfrm>
          <a:off x="0" y="0"/>
          <a:ext cx="0" cy="0"/>
          <a:chOff x="0" y="0"/>
          <a:chExt cx="0" cy="0"/>
        </a:xfrm>
      </p:grpSpPr>
      <p:pic>
        <p:nvPicPr>
          <p:cNvPr id="134" name="Google Shape;134;p32" descr="C0-HD-BTM.png"/>
          <p:cNvPicPr preferRelativeResize="0"/>
          <p:nvPr/>
        </p:nvPicPr>
        <p:blipFill rotWithShape="1">
          <a:blip r:embed="rId2">
            <a:alphaModFix/>
          </a:blip>
          <a:srcRect/>
          <a:stretch/>
        </p:blipFill>
        <p:spPr>
          <a:xfrm>
            <a:off x="0" y="4375150"/>
            <a:ext cx="12192000" cy="2482850"/>
          </a:xfrm>
          <a:prstGeom prst="rect">
            <a:avLst/>
          </a:prstGeom>
          <a:noFill/>
          <a:ln>
            <a:noFill/>
          </a:ln>
        </p:spPr>
      </p:pic>
      <p:sp>
        <p:nvSpPr>
          <p:cNvPr id="135" name="Google Shape;135;p32"/>
          <p:cNvSpPr txBox="1">
            <a:spLocks noGrp="1"/>
          </p:cNvSpPr>
          <p:nvPr>
            <p:ph type="title"/>
          </p:nvPr>
        </p:nvSpPr>
        <p:spPr>
          <a:xfrm rot="5400000">
            <a:off x="8525933" y="1667933"/>
            <a:ext cx="3903133" cy="20574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4000"/>
              <a:buFont typeface="Century Gothic"/>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6" name="Google Shape;136;p32"/>
          <p:cNvSpPr txBox="1">
            <a:spLocks noGrp="1"/>
          </p:cNvSpPr>
          <p:nvPr>
            <p:ph type="body" idx="1"/>
          </p:nvPr>
        </p:nvSpPr>
        <p:spPr>
          <a:xfrm rot="5400000">
            <a:off x="3175000" y="-1405467"/>
            <a:ext cx="3903133" cy="8204201"/>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lt1"/>
              </a:buClr>
              <a:buSzPts val="1800"/>
              <a:buChar char="•"/>
              <a:defRPr/>
            </a:lvl1pPr>
            <a:lvl2pPr marL="914400" lvl="1" indent="-342900" algn="l">
              <a:lnSpc>
                <a:spcPct val="90000"/>
              </a:lnSpc>
              <a:spcBef>
                <a:spcPts val="500"/>
              </a:spcBef>
              <a:spcAft>
                <a:spcPts val="0"/>
              </a:spcAft>
              <a:buClr>
                <a:schemeClr val="lt1"/>
              </a:buClr>
              <a:buSzPts val="1800"/>
              <a:buChar char="•"/>
              <a:defRPr/>
            </a:lvl2pPr>
            <a:lvl3pPr marL="1371600" lvl="2" indent="-342900" algn="l">
              <a:lnSpc>
                <a:spcPct val="90000"/>
              </a:lnSpc>
              <a:spcBef>
                <a:spcPts val="500"/>
              </a:spcBef>
              <a:spcAft>
                <a:spcPts val="0"/>
              </a:spcAft>
              <a:buClr>
                <a:schemeClr val="lt1"/>
              </a:buClr>
              <a:buSzPts val="1800"/>
              <a:buChar char="•"/>
              <a:defRPr/>
            </a:lvl3pPr>
            <a:lvl4pPr marL="1828800" lvl="3" indent="-342900" algn="l">
              <a:lnSpc>
                <a:spcPct val="90000"/>
              </a:lnSpc>
              <a:spcBef>
                <a:spcPts val="500"/>
              </a:spcBef>
              <a:spcAft>
                <a:spcPts val="0"/>
              </a:spcAft>
              <a:buClr>
                <a:schemeClr val="lt1"/>
              </a:buClr>
              <a:buSzPts val="1800"/>
              <a:buChar char="•"/>
              <a:defRPr/>
            </a:lvl4pPr>
            <a:lvl5pPr marL="2286000" lvl="4" indent="-342900" algn="l">
              <a:lnSpc>
                <a:spcPct val="90000"/>
              </a:lnSpc>
              <a:spcBef>
                <a:spcPts val="500"/>
              </a:spcBef>
              <a:spcAft>
                <a:spcPts val="0"/>
              </a:spcAft>
              <a:buClr>
                <a:schemeClr val="lt1"/>
              </a:buClr>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137" name="Google Shape;137;p32"/>
          <p:cNvSpPr txBox="1">
            <a:spLocks noGrp="1"/>
          </p:cNvSpPr>
          <p:nvPr>
            <p:ph type="dt" idx="10"/>
          </p:nvPr>
        </p:nvSpPr>
        <p:spPr>
          <a:xfrm>
            <a:off x="7814452" y="379941"/>
            <a:ext cx="291084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8" name="Google Shape;138;p32"/>
          <p:cNvSpPr txBox="1">
            <a:spLocks noGrp="1"/>
          </p:cNvSpPr>
          <p:nvPr>
            <p:ph type="ftr" idx="11"/>
          </p:nvPr>
        </p:nvSpPr>
        <p:spPr>
          <a:xfrm>
            <a:off x="685800" y="381000"/>
            <a:ext cx="6991492"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p32"/>
          <p:cNvSpPr txBox="1">
            <a:spLocks noGrp="1"/>
          </p:cNvSpPr>
          <p:nvPr>
            <p:ph type="sldNum" idx="12"/>
          </p:nvPr>
        </p:nvSpPr>
        <p:spPr>
          <a:xfrm>
            <a:off x="10862452" y="381000"/>
            <a:ext cx="64374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dk1"/>
        </a:solidFill>
        <a:effectLst/>
      </p:bgPr>
    </p:bg>
    <p:spTree>
      <p:nvGrpSpPr>
        <p:cNvPr id="1" name="Shape 5"/>
        <p:cNvGrpSpPr/>
        <p:nvPr/>
      </p:nvGrpSpPr>
      <p:grpSpPr>
        <a:xfrm>
          <a:off x="0" y="0"/>
          <a:ext cx="0" cy="0"/>
          <a:chOff x="0" y="0"/>
          <a:chExt cx="0" cy="0"/>
        </a:xfrm>
      </p:grpSpPr>
      <p:pic>
        <p:nvPicPr>
          <p:cNvPr id="6" name="Google Shape;6;p15" descr="C0-HD-TOP.png"/>
          <p:cNvPicPr preferRelativeResize="0"/>
          <p:nvPr/>
        </p:nvPicPr>
        <p:blipFill rotWithShape="1">
          <a:blip r:embed="rId19">
            <a:alphaModFix/>
          </a:blip>
          <a:srcRect/>
          <a:stretch/>
        </p:blipFill>
        <p:spPr>
          <a:xfrm>
            <a:off x="0" y="0"/>
            <a:ext cx="12192000" cy="1441450"/>
          </a:xfrm>
          <a:prstGeom prst="rect">
            <a:avLst/>
          </a:prstGeom>
          <a:noFill/>
          <a:ln>
            <a:noFill/>
          </a:ln>
        </p:spPr>
      </p:pic>
      <p:sp>
        <p:nvSpPr>
          <p:cNvPr id="7" name="Google Shape;7;p1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lvl1pPr marR="0" lvl="0" algn="r" rtl="0">
              <a:lnSpc>
                <a:spcPct val="90000"/>
              </a:lnSpc>
              <a:spcBef>
                <a:spcPts val="0"/>
              </a:spcBef>
              <a:spcAft>
                <a:spcPts val="0"/>
              </a:spcAft>
              <a:buClr>
                <a:schemeClr val="lt1"/>
              </a:buClr>
              <a:buSzPts val="4000"/>
              <a:buFont typeface="Century Gothic"/>
              <a:buNone/>
              <a:defRPr sz="400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1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lvl1pPr marL="457200" marR="0" lvl="0" indent="-368300" algn="l" rtl="0">
              <a:lnSpc>
                <a:spcPct val="90000"/>
              </a:lnSpc>
              <a:spcBef>
                <a:spcPts val="1000"/>
              </a:spcBef>
              <a:spcAft>
                <a:spcPts val="0"/>
              </a:spcAft>
              <a:buClr>
                <a:schemeClr val="lt1"/>
              </a:buClr>
              <a:buSzPts val="2200"/>
              <a:buFont typeface="Arial"/>
              <a:buChar char="•"/>
              <a:defRPr sz="2200" b="0" i="0" u="none" strike="noStrike" cap="none">
                <a:solidFill>
                  <a:schemeClr val="lt1"/>
                </a:solidFill>
                <a:latin typeface="Century Gothic"/>
                <a:ea typeface="Century Gothic"/>
                <a:cs typeface="Century Gothic"/>
                <a:sym typeface="Century Gothic"/>
              </a:defRPr>
            </a:lvl1pPr>
            <a:lvl2pPr marL="914400" marR="0" lvl="1" indent="-355600" algn="l" rtl="0">
              <a:lnSpc>
                <a:spcPct val="90000"/>
              </a:lnSpc>
              <a:spcBef>
                <a:spcPts val="500"/>
              </a:spcBef>
              <a:spcAft>
                <a:spcPts val="0"/>
              </a:spcAft>
              <a:buClr>
                <a:schemeClr val="lt1"/>
              </a:buClr>
              <a:buSzPts val="2000"/>
              <a:buFont typeface="Arial"/>
              <a:buChar char="•"/>
              <a:defRPr sz="2000" b="0" i="0" u="none" strike="noStrike" cap="none">
                <a:solidFill>
                  <a:schemeClr val="lt1"/>
                </a:solidFill>
                <a:latin typeface="Century Gothic"/>
                <a:ea typeface="Century Gothic"/>
                <a:cs typeface="Century Gothic"/>
                <a:sym typeface="Century Gothic"/>
              </a:defRPr>
            </a:lvl2pPr>
            <a:lvl3pPr marL="1371600" marR="0" lvl="2"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Century Gothic"/>
                <a:ea typeface="Century Gothic"/>
                <a:cs typeface="Century Gothic"/>
                <a:sym typeface="Century Gothic"/>
              </a:defRPr>
            </a:lvl3pPr>
            <a:lvl4pPr marL="1828800" marR="0" lvl="3"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4pPr>
            <a:lvl5pPr marL="2286000" marR="0" lvl="4"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5pPr>
            <a:lvl6pPr marL="2743200" marR="0" lvl="5"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6pPr>
            <a:lvl7pPr marL="3200400" marR="0" lvl="6"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7pPr>
            <a:lvl8pPr marL="3657600" marR="0" lvl="7"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8pPr>
            <a:lvl9pPr marL="4114800" marR="0" lvl="8" indent="-330200" algn="l" rtl="0">
              <a:lnSpc>
                <a:spcPct val="90000"/>
              </a:lnSpc>
              <a:spcBef>
                <a:spcPts val="500"/>
              </a:spcBef>
              <a:spcAft>
                <a:spcPts val="0"/>
              </a:spcAft>
              <a:buClr>
                <a:schemeClr val="lt1"/>
              </a:buClr>
              <a:buSzPts val="1600"/>
              <a:buFont typeface="Arial"/>
              <a:buChar char="•"/>
              <a:defRPr sz="1600" b="0" i="0" u="none" strike="noStrike" cap="none">
                <a:solidFill>
                  <a:schemeClr val="lt1"/>
                </a:solidFill>
                <a:latin typeface="Century Gothic"/>
                <a:ea typeface="Century Gothic"/>
                <a:cs typeface="Century Gothic"/>
                <a:sym typeface="Century Gothic"/>
              </a:defRPr>
            </a:lvl9pPr>
          </a:lstStyle>
          <a:p>
            <a:endParaRPr/>
          </a:p>
        </p:txBody>
      </p:sp>
      <p:sp>
        <p:nvSpPr>
          <p:cNvPr id="9" name="Google Shape;9;p15"/>
          <p:cNvSpPr txBox="1">
            <a:spLocks noGrp="1"/>
          </p:cNvSpPr>
          <p:nvPr>
            <p:ph type="dt" idx="10"/>
          </p:nvPr>
        </p:nvSpPr>
        <p:spPr>
          <a:xfrm>
            <a:off x="8595360" y="6356350"/>
            <a:ext cx="2910840"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0" name="Google Shape;10;p15"/>
          <p:cNvSpPr txBox="1">
            <a:spLocks noGrp="1"/>
          </p:cNvSpPr>
          <p:nvPr>
            <p:ph type="ftr" idx="11"/>
          </p:nvPr>
        </p:nvSpPr>
        <p:spPr>
          <a:xfrm>
            <a:off x="685800" y="6355845"/>
            <a:ext cx="77724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chemeClr val="lt1"/>
                </a:solidFill>
                <a:latin typeface="Century Gothic"/>
                <a:ea typeface="Century Gothic"/>
                <a:cs typeface="Century Gothic"/>
                <a:sym typeface="Century Gothic"/>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lt1"/>
                </a:solidFill>
                <a:latin typeface="Century Gothic"/>
                <a:ea typeface="Century Gothic"/>
                <a:cs typeface="Century Gothic"/>
                <a:sym typeface="Century Gothic"/>
              </a:defRPr>
            </a:lvl9pPr>
          </a:lstStyle>
          <a:p>
            <a:endParaRPr/>
          </a:p>
        </p:txBody>
      </p:sp>
      <p:sp>
        <p:nvSpPr>
          <p:cNvPr id="11" name="Google Shape;11;p15"/>
          <p:cNvSpPr txBox="1">
            <a:spLocks noGrp="1"/>
          </p:cNvSpPr>
          <p:nvPr>
            <p:ph type="sldNum" idx="12"/>
          </p:nvPr>
        </p:nvSpPr>
        <p:spPr>
          <a:xfrm>
            <a:off x="8763000" y="38100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chemeClr val="lt1"/>
                </a:solidFill>
                <a:latin typeface="Century Gothic"/>
                <a:ea typeface="Century Gothic"/>
                <a:cs typeface="Century Gothic"/>
                <a:sym typeface="Century Gothic"/>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media1.m4a"/><Relationship Id="rId7" Type="http://schemas.openxmlformats.org/officeDocument/2006/relationships/image" Target="../media/image4.png"/><Relationship Id="rId2" Type="http://schemas.microsoft.com/office/2007/relationships/media" Target="../media/media1.m4a"/><Relationship Id="rId1" Type="http://schemas.openxmlformats.org/officeDocument/2006/relationships/tags" Target="../tags/tag2.xml"/><Relationship Id="rId6" Type="http://schemas.openxmlformats.org/officeDocument/2006/relationships/image" Target="../media/image3.png"/><Relationship Id="rId5" Type="http://schemas.openxmlformats.org/officeDocument/2006/relationships/notesSlide" Target="../notesSlides/notesSlide1.xml"/><Relationship Id="rId4"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2.m4a"/><Relationship Id="rId7" Type="http://schemas.openxmlformats.org/officeDocument/2006/relationships/image" Target="../media/image3.png"/><Relationship Id="rId2" Type="http://schemas.microsoft.com/office/2007/relationships/media" Target="../media/media2.m4a"/><Relationship Id="rId1" Type="http://schemas.openxmlformats.org/officeDocument/2006/relationships/tags" Target="../tags/tag3.xml"/><Relationship Id="rId6" Type="http://schemas.openxmlformats.org/officeDocument/2006/relationships/image" Target="../media/image5.png"/><Relationship Id="rId5" Type="http://schemas.openxmlformats.org/officeDocument/2006/relationships/notesSlide" Target="../notesSlides/notesSlide2.xml"/><Relationship Id="rId4"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audio" Target="../media/media3.m4a"/><Relationship Id="rId7" Type="http://schemas.openxmlformats.org/officeDocument/2006/relationships/image" Target="../media/image4.png"/><Relationship Id="rId2" Type="http://schemas.microsoft.com/office/2007/relationships/media" Target="../media/media3.m4a"/><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notesSlide" Target="../notesSlides/notesSlide3.xml"/><Relationship Id="rId4"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audio" Target="../media/media4.m4a"/><Relationship Id="rId7" Type="http://schemas.openxmlformats.org/officeDocument/2006/relationships/image" Target="../media/image4.png"/><Relationship Id="rId2" Type="http://schemas.microsoft.com/office/2007/relationships/media" Target="../media/media4.m4a"/><Relationship Id="rId1" Type="http://schemas.openxmlformats.org/officeDocument/2006/relationships/tags" Target="../tags/tag5.xml"/><Relationship Id="rId6" Type="http://schemas.openxmlformats.org/officeDocument/2006/relationships/image" Target="../media/image3.png"/><Relationship Id="rId5" Type="http://schemas.openxmlformats.org/officeDocument/2006/relationships/notesSlide" Target="../notesSlides/notesSlide4.xml"/><Relationship Id="rId4"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audio" Target="../media/media5.m4a"/><Relationship Id="rId7" Type="http://schemas.openxmlformats.org/officeDocument/2006/relationships/image" Target="../media/image4.png"/><Relationship Id="rId2" Type="http://schemas.microsoft.com/office/2007/relationships/media" Target="../media/media5.m4a"/><Relationship Id="rId1" Type="http://schemas.openxmlformats.org/officeDocument/2006/relationships/tags" Target="../tags/tag6.xml"/><Relationship Id="rId6" Type="http://schemas.openxmlformats.org/officeDocument/2006/relationships/image" Target="../media/image3.png"/><Relationship Id="rId5" Type="http://schemas.openxmlformats.org/officeDocument/2006/relationships/notesSlide" Target="../notesSlides/notesSlide5.xml"/><Relationship Id="rId4"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audio" Target="../media/media6.m4a"/><Relationship Id="rId7" Type="http://schemas.openxmlformats.org/officeDocument/2006/relationships/image" Target="../media/image4.png"/><Relationship Id="rId2" Type="http://schemas.microsoft.com/office/2007/relationships/media" Target="../media/media6.m4a"/><Relationship Id="rId1" Type="http://schemas.openxmlformats.org/officeDocument/2006/relationships/tags" Target="../tags/tag7.xml"/><Relationship Id="rId6" Type="http://schemas.openxmlformats.org/officeDocument/2006/relationships/image" Target="../media/image3.png"/><Relationship Id="rId5" Type="http://schemas.openxmlformats.org/officeDocument/2006/relationships/notesSlide" Target="../notesSlides/notesSlide6.xml"/><Relationship Id="rId4"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audio" Target="../media/media7.m4a"/><Relationship Id="rId7" Type="http://schemas.openxmlformats.org/officeDocument/2006/relationships/image" Target="../media/image4.png"/><Relationship Id="rId2" Type="http://schemas.microsoft.com/office/2007/relationships/media" Target="../media/media7.m4a"/><Relationship Id="rId1" Type="http://schemas.openxmlformats.org/officeDocument/2006/relationships/tags" Target="../tags/tag8.xml"/><Relationship Id="rId6" Type="http://schemas.openxmlformats.org/officeDocument/2006/relationships/image" Target="../media/image3.png"/><Relationship Id="rId5" Type="http://schemas.openxmlformats.org/officeDocument/2006/relationships/notesSlide" Target="../notesSlides/notesSlide7.xml"/><Relationship Id="rId4"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audio" Target="../media/media8.m4a"/><Relationship Id="rId7" Type="http://schemas.openxmlformats.org/officeDocument/2006/relationships/image" Target="../media/image4.png"/><Relationship Id="rId2" Type="http://schemas.microsoft.com/office/2007/relationships/media" Target="../media/media8.m4a"/><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notesSlide" Target="../notesSlides/notesSlide8.xml"/><Relationship Id="rId4"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5"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1.m4a"/><Relationship Id="rId1" Type="http://schemas.microsoft.com/office/2007/relationships/media" Target="../media/media11.m4a"/><Relationship Id="rId5" Type="http://schemas.openxmlformats.org/officeDocument/2006/relationships/image" Target="../media/image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audio" Target="../media/media12.m4a"/><Relationship Id="rId7" Type="http://schemas.openxmlformats.org/officeDocument/2006/relationships/image" Target="../media/image3.png"/><Relationship Id="rId2" Type="http://schemas.microsoft.com/office/2007/relationships/media" Target="../media/media12.m4a"/><Relationship Id="rId1" Type="http://schemas.openxmlformats.org/officeDocument/2006/relationships/tags" Target="../tags/tag10.xml"/><Relationship Id="rId6" Type="http://schemas.openxmlformats.org/officeDocument/2006/relationships/image" Target="../media/image8.png"/><Relationship Id="rId5" Type="http://schemas.openxmlformats.org/officeDocument/2006/relationships/notesSlide" Target="../notesSlides/notesSlide9.xml"/><Relationship Id="rId4"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audio" Target="../media/media13.m4a"/><Relationship Id="rId7" Type="http://schemas.openxmlformats.org/officeDocument/2006/relationships/image" Target="../media/image4.png"/><Relationship Id="rId2" Type="http://schemas.microsoft.com/office/2007/relationships/media" Target="../media/media13.m4a"/><Relationship Id="rId1" Type="http://schemas.openxmlformats.org/officeDocument/2006/relationships/tags" Target="../tags/tag11.xml"/><Relationship Id="rId6" Type="http://schemas.openxmlformats.org/officeDocument/2006/relationships/image" Target="../media/image3.png"/><Relationship Id="rId5" Type="http://schemas.openxmlformats.org/officeDocument/2006/relationships/notesSlide" Target="../notesSlides/notesSlide10.xml"/><Relationship Id="rId4"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audio" Target="../media/media14.m4a"/><Relationship Id="rId7" Type="http://schemas.openxmlformats.org/officeDocument/2006/relationships/image" Target="../media/image4.png"/><Relationship Id="rId2" Type="http://schemas.microsoft.com/office/2007/relationships/media" Target="../media/media14.m4a"/><Relationship Id="rId1" Type="http://schemas.openxmlformats.org/officeDocument/2006/relationships/tags" Target="../tags/tag12.xml"/><Relationship Id="rId6" Type="http://schemas.openxmlformats.org/officeDocument/2006/relationships/image" Target="../media/image3.png"/><Relationship Id="rId5" Type="http://schemas.openxmlformats.org/officeDocument/2006/relationships/notesSlide" Target="../notesSlides/notesSlide11.xml"/><Relationship Id="rId4"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audio" Target="../media/media15.m4a"/><Relationship Id="rId7" Type="http://schemas.openxmlformats.org/officeDocument/2006/relationships/image" Target="../media/image4.png"/><Relationship Id="rId2" Type="http://schemas.microsoft.com/office/2007/relationships/media" Target="../media/media15.m4a"/><Relationship Id="rId1" Type="http://schemas.openxmlformats.org/officeDocument/2006/relationships/tags" Target="../tags/tag13.xml"/><Relationship Id="rId6" Type="http://schemas.openxmlformats.org/officeDocument/2006/relationships/image" Target="../media/image3.png"/><Relationship Id="rId5" Type="http://schemas.openxmlformats.org/officeDocument/2006/relationships/notesSlide" Target="../notesSlides/notesSlide12.xml"/><Relationship Id="rId4"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audio" Target="../media/media16.m4a"/><Relationship Id="rId7" Type="http://schemas.openxmlformats.org/officeDocument/2006/relationships/image" Target="../media/image4.png"/><Relationship Id="rId2" Type="http://schemas.microsoft.com/office/2007/relationships/media" Target="../media/media16.m4a"/><Relationship Id="rId1" Type="http://schemas.openxmlformats.org/officeDocument/2006/relationships/tags" Target="../tags/tag14.xml"/><Relationship Id="rId6" Type="http://schemas.openxmlformats.org/officeDocument/2006/relationships/image" Target="../media/image3.png"/><Relationship Id="rId5" Type="http://schemas.openxmlformats.org/officeDocument/2006/relationships/notesSlide" Target="../notesSlides/notesSlide13.xml"/><Relationship Id="rId4"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hyperlink" Target="https://www.bing.com/search?q=%22https%3A%2F%2Flearn.microsoft.com%2Fen-us%2Fvisualstudio%2Ftest%2Fcpp-testing-frameworks%22&amp;utm_source=copilot.com" TargetMode="External"/><Relationship Id="rId13" Type="http://schemas.openxmlformats.org/officeDocument/2006/relationships/image" Target="../media/image3.png"/><Relationship Id="rId3" Type="http://schemas.openxmlformats.org/officeDocument/2006/relationships/notesSlide" Target="../notesSlides/notesSlide14.xml"/><Relationship Id="rId7" Type="http://schemas.openxmlformats.org/officeDocument/2006/relationships/hyperlink" Target="https://www.bing.com/search?q=%22https%3A%2F%2Flearn.microsoft.com%2Fen-us%2Fvisualstudio%2Ftest%2Fwriting-unit-tests-for-cpp%22&amp;utm_source=copilot.com" TargetMode="External"/><Relationship Id="rId12" Type="http://schemas.openxmlformats.org/officeDocument/2006/relationships/hyperlink" Target="https://docs.sonarsource.com/?utm_source=copilot.com" TargetMode="External"/><Relationship Id="rId2" Type="http://schemas.openxmlformats.org/officeDocument/2006/relationships/slideLayout" Target="../slideLayouts/slideLayout2.xml"/><Relationship Id="rId1" Type="http://schemas.openxmlformats.org/officeDocument/2006/relationships/tags" Target="../tags/tag15.xml"/><Relationship Id="rId6" Type="http://schemas.openxmlformats.org/officeDocument/2006/relationships/hyperlink" Target="https://youtu.be/Dxhxvg__zUQ?utm_source=copilot.com" TargetMode="External"/><Relationship Id="rId11" Type="http://schemas.openxmlformats.org/officeDocument/2006/relationships/hyperlink" Target="https://www.bing.com/search?q=%22https%3A%2F%2Fdocs.github.com%2Fen%2Fcode-security%22&amp;utm_source=copilot.com" TargetMode="External"/><Relationship Id="rId5" Type="http://schemas.openxmlformats.org/officeDocument/2006/relationships/hyperlink" Target="https://youtu.be/3uk4CU7uobM?utm_source=copilot.com" TargetMode="External"/><Relationship Id="rId10" Type="http://schemas.openxmlformats.org/officeDocument/2006/relationships/hyperlink" Target="https://www.bing.com/search?q=%22https%3A%2F%2Fowasp.org%2Fwww-project-top-ten%2F%22&amp;utm_source=copilot.com" TargetMode="External"/><Relationship Id="rId4" Type="http://schemas.openxmlformats.org/officeDocument/2006/relationships/hyperlink" Target="https://www.graphitas.co.uk/blog/how-to-upload-an-unlisted-video-to-youtube/?utm_source=copilot.com" TargetMode="External"/><Relationship Id="rId9" Type="http://schemas.openxmlformats.org/officeDocument/2006/relationships/hyperlink" Target="https://www.bing.com/search?q=%22https%3A%2F%2Fcsrc.nist.gov%2Fprojects%2Fcryptographic-standards-and-guidelines%22&amp;utm_source=copilot.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1"/>
          <p:cNvSpPr txBox="1">
            <a:spLocks noGrp="1"/>
          </p:cNvSpPr>
          <p:nvPr>
            <p:ph type="ctrTitle"/>
          </p:nvPr>
        </p:nvSpPr>
        <p:spPr>
          <a:xfrm>
            <a:off x="1371600" y="1790153"/>
            <a:ext cx="9448800" cy="1825096"/>
          </a:xfrm>
          <a:prstGeom prst="rect">
            <a:avLst/>
          </a:prstGeom>
          <a:noFill/>
          <a:ln>
            <a:noFill/>
          </a:ln>
        </p:spPr>
        <p:txBody>
          <a:bodyPr spcFirstLastPara="1" wrap="square" lIns="91425" tIns="45700" rIns="91425" bIns="45700" anchor="b" anchorCtr="0">
            <a:normAutofit/>
          </a:bodyPr>
          <a:lstStyle/>
          <a:p>
            <a:pPr marL="0" lvl="0" indent="0" algn="l" rtl="0">
              <a:lnSpc>
                <a:spcPct val="90000"/>
              </a:lnSpc>
              <a:spcBef>
                <a:spcPts val="0"/>
              </a:spcBef>
              <a:spcAft>
                <a:spcPts val="0"/>
              </a:spcAft>
              <a:buClr>
                <a:schemeClr val="lt1"/>
              </a:buClr>
              <a:buSzPts val="6000"/>
              <a:buFont typeface="Century Gothic"/>
              <a:buNone/>
            </a:pPr>
            <a:r>
              <a:rPr lang="en-US"/>
              <a:t>Green Pace</a:t>
            </a:r>
            <a:endParaRPr/>
          </a:p>
        </p:txBody>
      </p:sp>
      <p:sp>
        <p:nvSpPr>
          <p:cNvPr id="145" name="Google Shape;145;p1"/>
          <p:cNvSpPr txBox="1">
            <a:spLocks noGrp="1"/>
          </p:cNvSpPr>
          <p:nvPr>
            <p:ph type="subTitle" idx="1"/>
          </p:nvPr>
        </p:nvSpPr>
        <p:spPr>
          <a:xfrm>
            <a:off x="1371600" y="3632200"/>
            <a:ext cx="9448800" cy="814426"/>
          </a:xfrm>
          <a:prstGeom prst="rect">
            <a:avLst/>
          </a:prstGeom>
          <a:noFill/>
          <a:ln>
            <a:noFill/>
          </a:ln>
        </p:spPr>
        <p:txBody>
          <a:bodyPr spcFirstLastPara="1" wrap="square" lIns="91425" tIns="45700" rIns="91425" bIns="45700" anchor="t" anchorCtr="0">
            <a:normAutofit/>
          </a:bodyPr>
          <a:lstStyle/>
          <a:p>
            <a:pPr marL="0" lvl="0" indent="0" algn="l" rtl="0">
              <a:lnSpc>
                <a:spcPct val="70000"/>
              </a:lnSpc>
              <a:spcBef>
                <a:spcPts val="0"/>
              </a:spcBef>
              <a:spcAft>
                <a:spcPts val="0"/>
              </a:spcAft>
              <a:buClr>
                <a:schemeClr val="lt1"/>
              </a:buClr>
              <a:buSzPts val="1850"/>
              <a:buNone/>
            </a:pPr>
            <a:r>
              <a:rPr lang="en-US" sz="1850" dirty="0"/>
              <a:t>Security Policy Presentation</a:t>
            </a:r>
            <a:endParaRPr dirty="0"/>
          </a:p>
          <a:p>
            <a:pPr marL="0" lvl="0" indent="0" algn="l" rtl="0">
              <a:lnSpc>
                <a:spcPct val="70000"/>
              </a:lnSpc>
              <a:spcBef>
                <a:spcPts val="1000"/>
              </a:spcBef>
              <a:spcAft>
                <a:spcPts val="0"/>
              </a:spcAft>
              <a:buClr>
                <a:schemeClr val="lt1"/>
              </a:buClr>
              <a:buSzPts val="1850"/>
              <a:buNone/>
            </a:pPr>
            <a:r>
              <a:rPr lang="en-US" sz="1850" dirty="0"/>
              <a:t>Developer: </a:t>
            </a:r>
            <a:r>
              <a:rPr lang="en-US" sz="1850" i="1" dirty="0"/>
              <a:t>Vern Butler</a:t>
            </a:r>
            <a:endParaRPr dirty="0"/>
          </a:p>
          <a:p>
            <a:pPr marL="0" lvl="0" indent="0" algn="l" rtl="0">
              <a:lnSpc>
                <a:spcPct val="70000"/>
              </a:lnSpc>
              <a:spcBef>
                <a:spcPts val="1000"/>
              </a:spcBef>
              <a:spcAft>
                <a:spcPts val="0"/>
              </a:spcAft>
              <a:buClr>
                <a:schemeClr val="lt1"/>
              </a:buClr>
              <a:buSzPts val="1850"/>
              <a:buNone/>
            </a:pPr>
            <a:endParaRPr sz="1850" i="1" dirty="0"/>
          </a:p>
        </p:txBody>
      </p:sp>
      <p:pic>
        <p:nvPicPr>
          <p:cNvPr id="146" name="Google Shape;146;p1" descr="Green Pace logo"/>
          <p:cNvPicPr preferRelativeResize="0"/>
          <p:nvPr/>
        </p:nvPicPr>
        <p:blipFill>
          <a:blip r:embed="rId6">
            <a:alphaModFix/>
          </a:blip>
          <a:stretch>
            <a:fillRect/>
          </a:stretch>
        </p:blipFill>
        <p:spPr>
          <a:xfrm>
            <a:off x="7440774" y="659854"/>
            <a:ext cx="2921424" cy="3786772"/>
          </a:xfrm>
          <a:prstGeom prst="rect">
            <a:avLst/>
          </a:prstGeom>
          <a:noFill/>
          <a:ln>
            <a:noFill/>
          </a:ln>
        </p:spPr>
      </p:pic>
      <p:pic>
        <p:nvPicPr>
          <p:cNvPr id="2" name="slide1">
            <a:hlinkClick r:id="" action="ppaction://media"/>
            <a:extLst>
              <a:ext uri="{FF2B5EF4-FFF2-40B4-BE49-F238E27FC236}">
                <a16:creationId xmlns:a16="http://schemas.microsoft.com/office/drawing/2014/main" id="{7E3F2ED8-F44B-4A44-4BA5-6B8A7F52446C}"/>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16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OVERVIEW: DEFENSE IN DEPTH</a:t>
            </a:r>
            <a:endParaRPr/>
          </a:p>
        </p:txBody>
      </p:sp>
      <p:sp>
        <p:nvSpPr>
          <p:cNvPr id="152" name="Google Shape;152;p3"/>
          <p:cNvSpPr txBox="1">
            <a:spLocks noGrp="1"/>
          </p:cNvSpPr>
          <p:nvPr>
            <p:ph type="body" idx="1"/>
          </p:nvPr>
        </p:nvSpPr>
        <p:spPr>
          <a:xfrm>
            <a:off x="685800" y="2194560"/>
            <a:ext cx="6809282" cy="3299335"/>
          </a:xfrm>
          <a:prstGeom prst="rect">
            <a:avLst/>
          </a:prstGeom>
          <a:noFill/>
          <a:ln>
            <a:noFill/>
          </a:ln>
        </p:spPr>
        <p:txBody>
          <a:bodyPr spcFirstLastPara="1" wrap="square" lIns="91425" tIns="45700" rIns="91425" bIns="45700" anchor="t" anchorCtr="0">
            <a:normAutofit fontScale="92500" lnSpcReduction="10000"/>
          </a:bodyPr>
          <a:lstStyle/>
          <a:p>
            <a:pPr marL="114300" indent="0">
              <a:buNone/>
            </a:pPr>
            <a:r>
              <a:rPr lang="en-US" b="1" dirty="0"/>
              <a:t>Overview: Defense in Depth</a:t>
            </a:r>
          </a:p>
          <a:p>
            <a:r>
              <a:rPr lang="en-US" dirty="0"/>
              <a:t>My security policy establishes a unified, standardized approach to secure coding and system architecture at Green Pace. Defense‑in‑depth means layering protections such as input validation, encryption, access control, secure logging, and automated testing. These layers ensure that even if one control fails, others continue protecting the system. This policy formalizes best practices and ensures they are consistent, enforceable, and measurable across all development teams.</a:t>
            </a:r>
          </a:p>
          <a:p>
            <a:pPr marL="0" lvl="0" indent="0" algn="l" rtl="0">
              <a:lnSpc>
                <a:spcPct val="90000"/>
              </a:lnSpc>
              <a:spcBef>
                <a:spcPts val="1000"/>
              </a:spcBef>
              <a:spcAft>
                <a:spcPts val="0"/>
              </a:spcAft>
              <a:buClr>
                <a:schemeClr val="lt1"/>
              </a:buClr>
              <a:buSzPts val="2200"/>
              <a:buNone/>
            </a:pPr>
            <a:endParaRPr dirty="0"/>
          </a:p>
        </p:txBody>
      </p:sp>
      <p:pic>
        <p:nvPicPr>
          <p:cNvPr id="153" name="Google Shape;153;p3" descr="NHS (Healthcare) Defense in Depth – Shaun Van Niekerk&#10;Screenshot of defense-in-depth best practice of layered security.  This illustration provides a visual representation of the defense-in-depth best practice of layered security.&#10;Shows the following layers of developer defense: Physical security, Cloud security, Perimeter security, network security, Host security, Endpoint security, APP security and critical assets, systems, and data security."/>
          <p:cNvPicPr preferRelativeResize="0"/>
          <p:nvPr/>
        </p:nvPicPr>
        <p:blipFill rotWithShape="1">
          <a:blip r:embed="rId6">
            <a:alphaModFix/>
          </a:blip>
          <a:srcRect/>
          <a:stretch/>
        </p:blipFill>
        <p:spPr>
          <a:xfrm>
            <a:off x="7495082" y="2600794"/>
            <a:ext cx="4367342" cy="2739164"/>
          </a:xfrm>
          <a:prstGeom prst="rect">
            <a:avLst/>
          </a:prstGeom>
          <a:noFill/>
          <a:ln>
            <a:noFill/>
          </a:ln>
        </p:spPr>
      </p:pic>
      <p:pic>
        <p:nvPicPr>
          <p:cNvPr id="154" name="Google Shape;154;p3"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pic>
        <p:nvPicPr>
          <p:cNvPr id="2" name="slide2">
            <a:hlinkClick r:id="" action="ppaction://media"/>
            <a:extLst>
              <a:ext uri="{FF2B5EF4-FFF2-40B4-BE49-F238E27FC236}">
                <a16:creationId xmlns:a16="http://schemas.microsoft.com/office/drawing/2014/main" id="{8E5EBCDC-81BA-9EE6-39BE-27664E3ED974}"/>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999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58"/>
        <p:cNvGrpSpPr/>
        <p:nvPr/>
      </p:nvGrpSpPr>
      <p:grpSpPr>
        <a:xfrm>
          <a:off x="0" y="0"/>
          <a:ext cx="0" cy="0"/>
          <a:chOff x="0" y="0"/>
          <a:chExt cx="0" cy="0"/>
        </a:xfrm>
      </p:grpSpPr>
      <p:sp>
        <p:nvSpPr>
          <p:cNvPr id="159" name="Google Shape;159;p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THREATS MATRIX</a:t>
            </a:r>
            <a:endParaRPr/>
          </a:p>
        </p:txBody>
      </p:sp>
      <p:sp>
        <p:nvSpPr>
          <p:cNvPr id="160" name="Google Shape;160;p4"/>
          <p:cNvSpPr txBox="1">
            <a:spLocks noGrp="1"/>
          </p:cNvSpPr>
          <p:nvPr>
            <p:ph type="body" idx="1"/>
          </p:nvPr>
        </p:nvSpPr>
        <p:spPr>
          <a:xfrm>
            <a:off x="685800" y="2194550"/>
            <a:ext cx="2486100" cy="4024200"/>
          </a:xfrm>
          <a:prstGeom prst="rect">
            <a:avLst/>
          </a:prstGeom>
          <a:noFill/>
          <a:ln>
            <a:noFill/>
          </a:ln>
        </p:spPr>
        <p:txBody>
          <a:bodyPr spcFirstLastPara="1" wrap="square" lIns="91425" tIns="45700" rIns="91425" bIns="45700" anchor="t" anchorCtr="0">
            <a:normAutofit fontScale="77500" lnSpcReduction="20000"/>
          </a:bodyPr>
          <a:lstStyle/>
          <a:p>
            <a:pPr marL="228600" lvl="0" indent="0">
              <a:spcBef>
                <a:spcPts val="0"/>
              </a:spcBef>
              <a:buNone/>
            </a:pPr>
            <a:r>
              <a:rPr lang="en-US" dirty="0"/>
              <a:t>Green Pace faces several common security threats. The most likely threats involve user input, including SQL injection and directory traversal. High‑priority threats include buffer overflows, unauthorized access, and weak encryption. Lower‑priority risks such as logging exposure and poor error handling still matter but are less likely to cause full compromise.</a:t>
            </a:r>
            <a:endParaRPr dirty="0"/>
          </a:p>
        </p:txBody>
      </p:sp>
      <p:graphicFrame>
        <p:nvGraphicFramePr>
          <p:cNvPr id="161" name="Google Shape;161;p4" descr="Alt text required"/>
          <p:cNvGraphicFramePr/>
          <p:nvPr>
            <p:extLst>
              <p:ext uri="{D42A27DB-BD31-4B8C-83A1-F6EECF244321}">
                <p14:modId xmlns:p14="http://schemas.microsoft.com/office/powerpoint/2010/main" val="3579228468"/>
              </p:ext>
            </p:extLst>
          </p:nvPr>
        </p:nvGraphicFramePr>
        <p:xfrm>
          <a:off x="3177915" y="2561050"/>
          <a:ext cx="7829210" cy="3720015"/>
        </p:xfrm>
        <a:graphic>
          <a:graphicData uri="http://schemas.openxmlformats.org/drawingml/2006/table">
            <a:tbl>
              <a:tblPr firstRow="1" firstCol="1">
                <a:noFill/>
                <a:tableStyleId>{802198C4-3087-4945-87E3-76CBB3509B7E}</a:tableStyleId>
              </a:tblPr>
              <a:tblGrid>
                <a:gridCol w="4024410">
                  <a:extLst>
                    <a:ext uri="{9D8B030D-6E8A-4147-A177-3AD203B41FA5}">
                      <a16:colId xmlns:a16="http://schemas.microsoft.com/office/drawing/2014/main" val="20000"/>
                    </a:ext>
                  </a:extLst>
                </a:gridCol>
                <a:gridCol w="3804800">
                  <a:extLst>
                    <a:ext uri="{9D8B030D-6E8A-4147-A177-3AD203B41FA5}">
                      <a16:colId xmlns:a16="http://schemas.microsoft.com/office/drawing/2014/main" val="20001"/>
                    </a:ext>
                  </a:extLst>
                </a:gridCol>
              </a:tblGrid>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Likely</a:t>
                      </a:r>
                      <a:endParaRPr sz="1000" u="none" strike="noStrike" cap="none" dirty="0"/>
                    </a:p>
                    <a:p>
                      <a:r>
                        <a:rPr lang="en-US" sz="1000" b="1" dirty="0">
                          <a:effectLst/>
                        </a:rPr>
                        <a:t>Input Validation Errors</a:t>
                      </a:r>
                      <a:r>
                        <a:rPr lang="en-US" sz="1000" dirty="0">
                          <a:effectLst/>
                        </a:rPr>
                        <a:t> Occurs frequently when user input is not sanitized, making it one of the most common sources of vulnerabilities.</a:t>
                      </a:r>
                      <a:endParaRPr lang="en-US" sz="1000" dirty="0"/>
                    </a:p>
                    <a:p>
                      <a:r>
                        <a:rPr lang="en-US" sz="1000" b="1" dirty="0">
                          <a:effectLst/>
                        </a:rPr>
                        <a:t>Injection Flaws (SQL/Command)</a:t>
                      </a:r>
                      <a:r>
                        <a:rPr lang="en-US" sz="1000" dirty="0">
                          <a:effectLst/>
                        </a:rPr>
                        <a:t> Attackers often attempt injection because it is easy to test and highly effective when validation is weak.</a:t>
                      </a:r>
                      <a:endParaRPr lang="en-US" sz="1000" dirty="0"/>
                    </a:p>
                    <a:p>
                      <a:r>
                        <a:rPr lang="en-US" sz="1000" b="1" dirty="0">
                          <a:effectLst/>
                        </a:rPr>
                        <a:t>Insecure Dependencies</a:t>
                      </a:r>
                      <a:r>
                        <a:rPr lang="en-US" sz="1000" dirty="0">
                          <a:effectLst/>
                        </a:rPr>
                        <a:t> Developers regularly rely on third‑party libraries, making outdated or vulnerable packages a recurring risk.</a:t>
                      </a:r>
                      <a:endParaRPr lang="en-US" sz="1000"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Priority</a:t>
                      </a:r>
                      <a:endParaRPr sz="1400" u="none" strike="noStrike" cap="none" dirty="0"/>
                    </a:p>
                    <a:p>
                      <a:r>
                        <a:rPr lang="en-US" sz="1000" b="1" dirty="0">
                          <a:effectLst/>
                        </a:rPr>
                        <a:t>High Priority: Buffer Overflow</a:t>
                      </a:r>
                      <a:r>
                        <a:rPr lang="en-US" sz="1000" dirty="0">
                          <a:effectLst/>
                        </a:rPr>
                        <a:t> Can lead to full system compromise, arbitrary code execution, or crashes.</a:t>
                      </a:r>
                      <a:endParaRPr lang="en-US" sz="1000" dirty="0"/>
                    </a:p>
                    <a:p>
                      <a:r>
                        <a:rPr lang="en-US" sz="1000" b="1" dirty="0">
                          <a:effectLst/>
                        </a:rPr>
                        <a:t>High Priority: Hardcoded Credentials</a:t>
                      </a:r>
                      <a:r>
                        <a:rPr lang="en-US" sz="1000" dirty="0">
                          <a:effectLst/>
                        </a:rPr>
                        <a:t> Creates immediate exposure if code is leaked or repositories are accessed.</a:t>
                      </a:r>
                      <a:endParaRPr lang="en-US" sz="1000" dirty="0"/>
                    </a:p>
                    <a:p>
                      <a:r>
                        <a:rPr lang="en-US" sz="1000" b="1" dirty="0">
                          <a:effectLst/>
                        </a:rPr>
                        <a:t>High Priority: Weak Encryption</a:t>
                      </a:r>
                      <a:r>
                        <a:rPr lang="en-US" sz="1000" dirty="0">
                          <a:effectLst/>
                        </a:rPr>
                        <a:t> Directly impacts confidentiality and can expose sensitive data.</a:t>
                      </a:r>
                      <a:endParaRPr lang="en-US" sz="1000"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0"/>
                  </a:ext>
                </a:extLst>
              </a:tr>
              <a:tr h="1769325">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Low priority</a:t>
                      </a:r>
                      <a:endParaRPr sz="1400" u="none" strike="noStrike" cap="none" dirty="0"/>
                    </a:p>
                    <a:p>
                      <a:r>
                        <a:rPr lang="en-US" sz="1000" b="1" dirty="0">
                          <a:effectLst/>
                        </a:rPr>
                        <a:t>Poor Error Handling</a:t>
                      </a:r>
                      <a:r>
                        <a:rPr lang="en-US" sz="1000" dirty="0">
                          <a:effectLst/>
                        </a:rPr>
                        <a:t> Does not usually lead to direct exploitation but can reveal system behavior or internal logic.</a:t>
                      </a:r>
                      <a:endParaRPr lang="en-US" sz="1000" dirty="0"/>
                    </a:p>
                    <a:p>
                      <a:r>
                        <a:rPr lang="en-US" sz="1000" b="1" dirty="0">
                          <a:effectLst/>
                        </a:rPr>
                        <a:t>Logging Exposure</a:t>
                      </a:r>
                      <a:r>
                        <a:rPr lang="en-US" sz="1000" dirty="0">
                          <a:effectLst/>
                        </a:rPr>
                        <a:t> Improper logging may leak non‑critical information but rarely leads to full compromise.</a:t>
                      </a:r>
                      <a:endParaRPr lang="en-US" sz="1000" dirty="0"/>
                    </a:p>
                    <a:p>
                      <a:r>
                        <a:rPr lang="en-US" sz="1000" b="1" dirty="0">
                          <a:effectLst/>
                        </a:rPr>
                        <a:t>Null Pointer Dereference</a:t>
                      </a:r>
                      <a:r>
                        <a:rPr lang="en-US" sz="1000" dirty="0">
                          <a:effectLst/>
                        </a:rPr>
                        <a:t> Typically causes crashes rather than security breaches but still reduces reliability.</a:t>
                      </a:r>
                      <a:endParaRPr lang="en-US" sz="1000"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tc>
                  <a:txBody>
                    <a:bodyPr/>
                    <a:lstStyle/>
                    <a:p>
                      <a:pPr marL="0" marR="0" lvl="0" indent="0" algn="ctr" rtl="0">
                        <a:lnSpc>
                          <a:spcPct val="100000"/>
                        </a:lnSpc>
                        <a:spcBef>
                          <a:spcPts val="0"/>
                        </a:spcBef>
                        <a:spcAft>
                          <a:spcPts val="0"/>
                        </a:spcAft>
                        <a:buClr>
                          <a:srgbClr val="000000"/>
                        </a:buClr>
                        <a:buSzPts val="3600"/>
                        <a:buFont typeface="Arial"/>
                        <a:buNone/>
                      </a:pPr>
                      <a:r>
                        <a:rPr lang="en-US" sz="3600" u="none" strike="noStrike" cap="none" dirty="0">
                          <a:solidFill>
                            <a:srgbClr val="FFD966"/>
                          </a:solidFill>
                        </a:rPr>
                        <a:t>Unlikely</a:t>
                      </a:r>
                      <a:endParaRPr sz="1400" u="none" strike="noStrike" cap="none" dirty="0"/>
                    </a:p>
                    <a:p>
                      <a:r>
                        <a:rPr lang="en-US" sz="1000" b="1" dirty="0">
                          <a:effectLst/>
                        </a:rPr>
                        <a:t>Race Conditions</a:t>
                      </a:r>
                      <a:r>
                        <a:rPr lang="en-US" sz="1000" dirty="0">
                          <a:effectLst/>
                        </a:rPr>
                        <a:t> Possible but less common in typical Green Pace workflows; requires precise timing to exploit.</a:t>
                      </a:r>
                      <a:endParaRPr lang="en-US" sz="1000" dirty="0"/>
                    </a:p>
                    <a:p>
                      <a:r>
                        <a:rPr lang="en-US" sz="1000" b="1" dirty="0">
                          <a:effectLst/>
                        </a:rPr>
                        <a:t>Privilege Escalation via Misconfiguration</a:t>
                      </a:r>
                      <a:r>
                        <a:rPr lang="en-US" sz="1000" dirty="0">
                          <a:effectLst/>
                        </a:rPr>
                        <a:t> Unlikely due to existing role‑based access controls but still monitored.</a:t>
                      </a:r>
                      <a:endParaRPr lang="en-US" sz="1000" dirty="0"/>
                    </a:p>
                    <a:p>
                      <a:r>
                        <a:rPr lang="en-US" sz="1000" b="1" dirty="0">
                          <a:effectLst/>
                        </a:rPr>
                        <a:t>Advanced Injection via Chained Attacks</a:t>
                      </a:r>
                      <a:r>
                        <a:rPr lang="en-US" sz="1000" dirty="0">
                          <a:effectLst/>
                        </a:rPr>
                        <a:t> Rare and requires multiple vulnerabilities to align.</a:t>
                      </a:r>
                      <a:endParaRPr lang="en-US" sz="1000" dirty="0"/>
                    </a:p>
                  </a:txBody>
                  <a:tcPr marL="91425" marR="91425" marT="91425" marB="91425">
                    <a:lnL w="28575" cap="flat" cmpd="sng">
                      <a:solidFill>
                        <a:srgbClr val="9E9E9E"/>
                      </a:solidFill>
                      <a:prstDash val="solid"/>
                      <a:round/>
                      <a:headEnd type="none" w="sm" len="sm"/>
                      <a:tailEnd type="none" w="sm" len="sm"/>
                    </a:lnL>
                    <a:lnR w="28575" cap="flat" cmpd="sng">
                      <a:solidFill>
                        <a:srgbClr val="9E9E9E"/>
                      </a:solidFill>
                      <a:prstDash val="solid"/>
                      <a:round/>
                      <a:headEnd type="none" w="sm" len="sm"/>
                      <a:tailEnd type="none" w="sm" len="sm"/>
                    </a:lnR>
                    <a:lnT w="28575" cap="flat" cmpd="sng">
                      <a:solidFill>
                        <a:srgbClr val="9E9E9E"/>
                      </a:solidFill>
                      <a:prstDash val="solid"/>
                      <a:round/>
                      <a:headEnd type="none" w="sm" len="sm"/>
                      <a:tailEnd type="none" w="sm" len="sm"/>
                    </a:lnT>
                    <a:lnB w="28575" cap="flat" cmpd="sng">
                      <a:solidFill>
                        <a:srgbClr val="9E9E9E"/>
                      </a:solidFill>
                      <a:prstDash val="solid"/>
                      <a:round/>
                      <a:headEnd type="none" w="sm" len="sm"/>
                      <a:tailEnd type="none" w="sm" len="sm"/>
                    </a:lnB>
                    <a:solidFill>
                      <a:srgbClr val="FFF2CC"/>
                    </a:solidFill>
                  </a:tcPr>
                </a:tc>
                <a:extLst>
                  <a:ext uri="{0D108BD9-81ED-4DB2-BD59-A6C34878D82A}">
                    <a16:rowId xmlns:a16="http://schemas.microsoft.com/office/drawing/2014/main" val="10001"/>
                  </a:ext>
                </a:extLst>
              </a:tr>
            </a:tbl>
          </a:graphicData>
        </a:graphic>
      </p:graphicFrame>
      <p:pic>
        <p:nvPicPr>
          <p:cNvPr id="162" name="Google Shape;162;p4"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3">
            <a:hlinkClick r:id="" action="ppaction://media"/>
            <a:extLst>
              <a:ext uri="{FF2B5EF4-FFF2-40B4-BE49-F238E27FC236}">
                <a16:creationId xmlns:a16="http://schemas.microsoft.com/office/drawing/2014/main" id="{160BDF47-FECD-A1C5-2D67-40E72A1D1D94}"/>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973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6"/>
        <p:cNvGrpSpPr/>
        <p:nvPr/>
      </p:nvGrpSpPr>
      <p:grpSpPr>
        <a:xfrm>
          <a:off x="0" y="0"/>
          <a:ext cx="0" cy="0"/>
          <a:chOff x="0" y="0"/>
          <a:chExt cx="0" cy="0"/>
        </a:xfrm>
      </p:grpSpPr>
      <p:sp>
        <p:nvSpPr>
          <p:cNvPr id="167" name="Google Shape;167;p5"/>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10 PRINCIPLES</a:t>
            </a:r>
            <a:endParaRPr/>
          </a:p>
        </p:txBody>
      </p:sp>
      <p:sp>
        <p:nvSpPr>
          <p:cNvPr id="168" name="Google Shape;168;p5"/>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92500" lnSpcReduction="20000"/>
          </a:bodyPr>
          <a:lstStyle/>
          <a:p>
            <a:pPr lvl="0"/>
            <a:r>
              <a:rPr lang="en-US" b="1" dirty="0"/>
              <a:t>Least Privilege</a:t>
            </a:r>
            <a:r>
              <a:rPr lang="en-US" dirty="0"/>
              <a:t> — Standards: Input Validation, Authorization Controls</a:t>
            </a:r>
          </a:p>
          <a:p>
            <a:pPr lvl="0"/>
            <a:r>
              <a:rPr lang="en-US" b="1" dirty="0"/>
              <a:t>Fail Securely</a:t>
            </a:r>
            <a:r>
              <a:rPr lang="en-US" dirty="0"/>
              <a:t> — Standards: Error Handling, Exception Management</a:t>
            </a:r>
          </a:p>
          <a:p>
            <a:pPr lvl="0"/>
            <a:r>
              <a:rPr lang="en-US" b="1" dirty="0"/>
              <a:t>Defense in Depth</a:t>
            </a:r>
            <a:r>
              <a:rPr lang="en-US" dirty="0"/>
              <a:t> — Standards: Encryption, Authentication, Logging</a:t>
            </a:r>
          </a:p>
          <a:p>
            <a:pPr lvl="0"/>
            <a:r>
              <a:rPr lang="en-US" b="1" dirty="0"/>
              <a:t>Separation of Duties</a:t>
            </a:r>
            <a:r>
              <a:rPr lang="en-US" dirty="0"/>
              <a:t> — Standards: Role‑Based Access, Authorization</a:t>
            </a:r>
          </a:p>
          <a:p>
            <a:pPr lvl="0"/>
            <a:r>
              <a:rPr lang="en-US" b="1" dirty="0"/>
              <a:t>Secure Defaults</a:t>
            </a:r>
            <a:r>
              <a:rPr lang="en-US" dirty="0"/>
              <a:t> — Standards: Configuration Hardening</a:t>
            </a:r>
          </a:p>
          <a:p>
            <a:pPr lvl="0"/>
            <a:r>
              <a:rPr lang="en-US" b="1" dirty="0"/>
              <a:t>Minimize Attack Surface</a:t>
            </a:r>
            <a:r>
              <a:rPr lang="en-US" dirty="0"/>
              <a:t> — Standards: Input Validation, Dependency Management</a:t>
            </a:r>
          </a:p>
          <a:p>
            <a:pPr lvl="0"/>
            <a:r>
              <a:rPr lang="en-US" b="1" dirty="0"/>
              <a:t>Keep Security Simple</a:t>
            </a:r>
            <a:r>
              <a:rPr lang="en-US" dirty="0"/>
              <a:t> — Standards: Code Clarity, Avoiding Complexity</a:t>
            </a:r>
          </a:p>
          <a:p>
            <a:pPr lvl="0"/>
            <a:r>
              <a:rPr lang="en-US" b="1" dirty="0"/>
              <a:t>Fix Security Issues Correctly</a:t>
            </a:r>
            <a:r>
              <a:rPr lang="en-US" dirty="0"/>
              <a:t> — Standards: Patch Management</a:t>
            </a:r>
          </a:p>
          <a:p>
            <a:pPr lvl="0"/>
            <a:r>
              <a:rPr lang="en-US" b="1" dirty="0"/>
              <a:t>Assume External Systems Are Insecure</a:t>
            </a:r>
            <a:r>
              <a:rPr lang="en-US" dirty="0"/>
              <a:t> — Standards: API Validation</a:t>
            </a:r>
          </a:p>
          <a:p>
            <a:pPr lvl="0"/>
            <a:r>
              <a:rPr lang="en-US" b="1" dirty="0"/>
              <a:t>Least Common Mechanism</a:t>
            </a:r>
            <a:r>
              <a:rPr lang="en-US" dirty="0"/>
              <a:t> — Standards: Isolation, Resource Separation</a:t>
            </a:r>
          </a:p>
        </p:txBody>
      </p:sp>
      <p:pic>
        <p:nvPicPr>
          <p:cNvPr id="169" name="Google Shape;169;p5"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4">
            <a:hlinkClick r:id="" action="ppaction://media"/>
            <a:extLst>
              <a:ext uri="{FF2B5EF4-FFF2-40B4-BE49-F238E27FC236}">
                <a16:creationId xmlns:a16="http://schemas.microsoft.com/office/drawing/2014/main" id="{87DB0502-2347-CBBE-E5DE-964EB99BCAF7}"/>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90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6"/>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CODING STANDARDS</a:t>
            </a:r>
            <a:endParaRPr/>
          </a:p>
        </p:txBody>
      </p:sp>
      <p:sp>
        <p:nvSpPr>
          <p:cNvPr id="175" name="Google Shape;175;p6"/>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77500" lnSpcReduction="20000"/>
          </a:bodyPr>
          <a:lstStyle/>
          <a:p>
            <a:pPr lvl="0"/>
            <a:r>
              <a:rPr lang="en-US" sz="2000" dirty="0"/>
              <a:t>Input Validation</a:t>
            </a:r>
          </a:p>
          <a:p>
            <a:pPr lvl="0"/>
            <a:r>
              <a:rPr lang="en-US" sz="2000" dirty="0"/>
              <a:t>Buffer Management</a:t>
            </a:r>
          </a:p>
          <a:p>
            <a:pPr lvl="0"/>
            <a:r>
              <a:rPr lang="en-US" sz="2000" dirty="0"/>
              <a:t>Credential Handling</a:t>
            </a:r>
          </a:p>
          <a:p>
            <a:pPr lvl="0"/>
            <a:r>
              <a:rPr lang="en-US" sz="2000" dirty="0"/>
              <a:t>Encryption Requirements</a:t>
            </a:r>
          </a:p>
          <a:p>
            <a:pPr lvl="0"/>
            <a:r>
              <a:rPr lang="en-US" sz="2000" dirty="0"/>
              <a:t>Error Handling</a:t>
            </a:r>
          </a:p>
          <a:p>
            <a:pPr lvl="0"/>
            <a:r>
              <a:rPr lang="en-US" sz="2000" dirty="0"/>
              <a:t>Dependency Management</a:t>
            </a:r>
          </a:p>
          <a:p>
            <a:pPr lvl="0"/>
            <a:r>
              <a:rPr lang="en-US" sz="2000" dirty="0"/>
              <a:t>Logging Standards</a:t>
            </a:r>
          </a:p>
          <a:p>
            <a:pPr lvl="0"/>
            <a:r>
              <a:rPr lang="en-US" sz="2000" dirty="0"/>
              <a:t>Pointer Safety</a:t>
            </a:r>
          </a:p>
          <a:p>
            <a:pPr lvl="0"/>
            <a:r>
              <a:rPr lang="en-US" sz="2000" dirty="0"/>
              <a:t>Injection Prevention</a:t>
            </a:r>
          </a:p>
          <a:p>
            <a:pPr lvl="0"/>
            <a:r>
              <a:rPr lang="en-US" sz="2000" dirty="0"/>
              <a:t>Race Condition Avoidance</a:t>
            </a:r>
          </a:p>
          <a:p>
            <a:r>
              <a:rPr lang="en-US" sz="2000" b="1" dirty="0"/>
              <a:t>Prioritization System:</a:t>
            </a:r>
            <a:r>
              <a:rPr lang="en-US" sz="2000" dirty="0"/>
              <a:t> High‑priority vulnerabilities directly expose systems to exploitation (e.g., injection, buffer overflow). Medium‑priority vulnerabilities weaken architecture but require additional conditions to exploit. Low‑priority vulnerabilities reduce reliability but rarely lead to full compromise.</a:t>
            </a:r>
          </a:p>
        </p:txBody>
      </p:sp>
      <p:pic>
        <p:nvPicPr>
          <p:cNvPr id="176" name="Google Shape;176;p6"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5">
            <a:hlinkClick r:id="" action="ppaction://media"/>
            <a:extLst>
              <a:ext uri="{FF2B5EF4-FFF2-40B4-BE49-F238E27FC236}">
                <a16:creationId xmlns:a16="http://schemas.microsoft.com/office/drawing/2014/main" id="{29DFB7A9-D70D-BBE1-0B1D-57E9575320D7}"/>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29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7"/>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ENCRYPTION POLICIES</a:t>
            </a:r>
            <a:endParaRPr/>
          </a:p>
        </p:txBody>
      </p:sp>
      <p:sp>
        <p:nvSpPr>
          <p:cNvPr id="182" name="Google Shape;182;p7"/>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000" b="1" dirty="0"/>
              <a:t>Encryption in Flight:</a:t>
            </a:r>
            <a:r>
              <a:rPr lang="en-US" sz="2000" dirty="0"/>
              <a:t> All data transmitted between services must use TLS 1.3 or higher.</a:t>
            </a:r>
          </a:p>
          <a:p>
            <a:r>
              <a:rPr lang="en-US" sz="2000" b="1" dirty="0"/>
              <a:t>Encryption at Rest:</a:t>
            </a:r>
            <a:r>
              <a:rPr lang="en-US" sz="2000" dirty="0"/>
              <a:t> Sensitive data stored in databases or file systems must use AES‑256 encryption.</a:t>
            </a:r>
          </a:p>
          <a:p>
            <a:r>
              <a:rPr lang="en-US" sz="2000" b="1" dirty="0"/>
              <a:t>Encryption in Use:</a:t>
            </a:r>
            <a:r>
              <a:rPr lang="en-US" sz="2000" dirty="0"/>
              <a:t> Sensitive variables must be encrypted or masked when loaded into memory and decrypted only when needed.</a:t>
            </a:r>
          </a:p>
          <a:p>
            <a:pPr marL="0" lvl="0" indent="0" algn="l" rtl="0">
              <a:lnSpc>
                <a:spcPct val="90000"/>
              </a:lnSpc>
              <a:spcBef>
                <a:spcPts val="1000"/>
              </a:spcBef>
              <a:spcAft>
                <a:spcPts val="0"/>
              </a:spcAft>
              <a:buClr>
                <a:schemeClr val="lt1"/>
              </a:buClr>
              <a:buSzPts val="1600"/>
              <a:buNone/>
            </a:pPr>
            <a:endParaRPr sz="1600" dirty="0"/>
          </a:p>
          <a:p>
            <a:pPr marL="228600" lvl="0" indent="-88900" algn="l" rtl="0">
              <a:lnSpc>
                <a:spcPct val="90000"/>
              </a:lnSpc>
              <a:spcBef>
                <a:spcPts val="1000"/>
              </a:spcBef>
              <a:spcAft>
                <a:spcPts val="0"/>
              </a:spcAft>
              <a:buClr>
                <a:schemeClr val="lt1"/>
              </a:buClr>
              <a:buSzPts val="2200"/>
              <a:buNone/>
            </a:pPr>
            <a:endParaRPr dirty="0"/>
          </a:p>
        </p:txBody>
      </p:sp>
      <p:pic>
        <p:nvPicPr>
          <p:cNvPr id="183" name="Google Shape;183;p7"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6">
            <a:hlinkClick r:id="" action="ppaction://media"/>
            <a:extLst>
              <a:ext uri="{FF2B5EF4-FFF2-40B4-BE49-F238E27FC236}">
                <a16:creationId xmlns:a16="http://schemas.microsoft.com/office/drawing/2014/main" id="{8497EF7D-B191-A1F3-02F7-97EB9925713A}"/>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2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8"/>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TRIPLE-A POLICIES</a:t>
            </a:r>
            <a:endParaRPr/>
          </a:p>
        </p:txBody>
      </p:sp>
      <p:sp>
        <p:nvSpPr>
          <p:cNvPr id="189" name="Google Shape;189;p8"/>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sz="2400" b="1" dirty="0"/>
              <a:t>Authentication:</a:t>
            </a:r>
            <a:r>
              <a:rPr lang="en-US" sz="2400" dirty="0"/>
              <a:t> Multi‑factor authentication for internal tools; strong password policies; token‑based service authentication.</a:t>
            </a:r>
          </a:p>
          <a:p>
            <a:r>
              <a:rPr lang="en-US" sz="2400" b="1" dirty="0"/>
              <a:t>Authorization:</a:t>
            </a:r>
            <a:r>
              <a:rPr lang="en-US" sz="2400" dirty="0"/>
              <a:t> Role‑based access control; least‑privilege enforcement; periodic access reviews.</a:t>
            </a:r>
          </a:p>
          <a:p>
            <a:r>
              <a:rPr lang="en-US" sz="2400" b="1" dirty="0"/>
              <a:t>Accounting:</a:t>
            </a:r>
            <a:r>
              <a:rPr lang="en-US" sz="2400" dirty="0"/>
              <a:t> Comprehensive logging of access attempts, configuration changes, and system events; audit trails stored securely.</a:t>
            </a:r>
          </a:p>
        </p:txBody>
      </p:sp>
      <p:pic>
        <p:nvPicPr>
          <p:cNvPr id="190" name="Google Shape;190;p8"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7">
            <a:hlinkClick r:id="" action="ppaction://media"/>
            <a:extLst>
              <a:ext uri="{FF2B5EF4-FFF2-40B4-BE49-F238E27FC236}">
                <a16:creationId xmlns:a16="http://schemas.microsoft.com/office/drawing/2014/main" id="{4AF46146-FB3D-918C-FF2D-30133B15D1B3}"/>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57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4"/>
        <p:cNvGrpSpPr/>
        <p:nvPr/>
      </p:nvGrpSpPr>
      <p:grpSpPr>
        <a:xfrm>
          <a:off x="0" y="0"/>
          <a:ext cx="0" cy="0"/>
          <a:chOff x="0" y="0"/>
          <a:chExt cx="0" cy="0"/>
        </a:xfrm>
      </p:grpSpPr>
      <p:sp>
        <p:nvSpPr>
          <p:cNvPr id="195" name="Google Shape;195;g9504e29505_0_0"/>
          <p:cNvSpPr txBox="1">
            <a:spLocks noGrp="1"/>
          </p:cNvSpPr>
          <p:nvPr>
            <p:ph type="title"/>
          </p:nvPr>
        </p:nvSpPr>
        <p:spPr>
          <a:xfrm>
            <a:off x="2895600" y="764373"/>
            <a:ext cx="8610600" cy="1293000"/>
          </a:xfrm>
          <a:prstGeom prst="rect">
            <a:avLst/>
          </a:prstGeom>
          <a:noFill/>
          <a:ln>
            <a:noFill/>
          </a:ln>
        </p:spPr>
        <p:txBody>
          <a:bodyPr spcFirstLastPara="1" wrap="square" lIns="91425" tIns="45700" rIns="91425" bIns="45700" anchor="ctr" anchorCtr="0">
            <a:noAutofit/>
          </a:bodyPr>
          <a:lstStyle/>
          <a:p>
            <a:pPr marL="0" lvl="0" indent="0" algn="r" rtl="0">
              <a:lnSpc>
                <a:spcPct val="90000"/>
              </a:lnSpc>
              <a:spcBef>
                <a:spcPts val="0"/>
              </a:spcBef>
              <a:spcAft>
                <a:spcPts val="0"/>
              </a:spcAft>
              <a:buSzPts val="1800"/>
              <a:buNone/>
            </a:pPr>
            <a:r>
              <a:rPr lang="en-US"/>
              <a:t>Unit Testing</a:t>
            </a:r>
            <a:endParaRPr/>
          </a:p>
        </p:txBody>
      </p:sp>
      <p:sp>
        <p:nvSpPr>
          <p:cNvPr id="196" name="Google Shape;196;g9504e29505_0_0"/>
          <p:cNvSpPr txBox="1">
            <a:spLocks noGrp="1"/>
          </p:cNvSpPr>
          <p:nvPr>
            <p:ph type="body" idx="1"/>
          </p:nvPr>
        </p:nvSpPr>
        <p:spPr>
          <a:xfrm>
            <a:off x="685800" y="2194560"/>
            <a:ext cx="10820400" cy="4024200"/>
          </a:xfrm>
          <a:prstGeom prst="rect">
            <a:avLst/>
          </a:prstGeom>
          <a:noFill/>
          <a:ln>
            <a:noFill/>
          </a:ln>
        </p:spPr>
        <p:txBody>
          <a:bodyPr spcFirstLastPara="1" wrap="square" lIns="91425" tIns="45700" rIns="91425" bIns="45700" anchor="t" anchorCtr="0">
            <a:noAutofit/>
          </a:bodyPr>
          <a:lstStyle/>
          <a:p>
            <a:r>
              <a:rPr lang="en-US" b="1" dirty="0"/>
              <a:t>Test 1: Input Validation</a:t>
            </a:r>
            <a:r>
              <a:rPr lang="en-US" dirty="0"/>
              <a:t> Positive: Valid input accepted Negative: SQL injection rejected</a:t>
            </a:r>
          </a:p>
          <a:p>
            <a:r>
              <a:rPr lang="en-US" b="1" dirty="0"/>
              <a:t>Test 2: Buffer Management</a:t>
            </a:r>
            <a:r>
              <a:rPr lang="en-US" dirty="0"/>
              <a:t> Positive: Safe input processed Negative: Oversized input handled safely</a:t>
            </a:r>
          </a:p>
          <a:p>
            <a:r>
              <a:rPr lang="en-US" b="1" dirty="0"/>
              <a:t>Test 3: Encryption Integrity</a:t>
            </a:r>
            <a:r>
              <a:rPr lang="en-US" dirty="0"/>
              <a:t> Positive: Data encrypted Negative: Encrypted output differs from plaintext</a:t>
            </a:r>
          </a:p>
        </p:txBody>
      </p:sp>
      <p:pic>
        <p:nvPicPr>
          <p:cNvPr id="197" name="Google Shape;197;g9504e29505_0_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5" name="slide8">
            <a:hlinkClick r:id="" action="ppaction://media"/>
            <a:extLst>
              <a:ext uri="{FF2B5EF4-FFF2-40B4-BE49-F238E27FC236}">
                <a16:creationId xmlns:a16="http://schemas.microsoft.com/office/drawing/2014/main" id="{ADE43822-6763-5323-8DA5-27B280FC18E8}"/>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59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5"/>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DD1A9-3170-CAF9-75CE-F0224CCF9703}"/>
              </a:ext>
            </a:extLst>
          </p:cNvPr>
          <p:cNvSpPr>
            <a:spLocks noGrp="1"/>
          </p:cNvSpPr>
          <p:nvPr>
            <p:ph type="title"/>
          </p:nvPr>
        </p:nvSpPr>
        <p:spPr/>
        <p:txBody>
          <a:bodyPr/>
          <a:lstStyle/>
          <a:p>
            <a:r>
              <a:rPr lang="en-US" dirty="0"/>
              <a:t>Unit Testing </a:t>
            </a:r>
          </a:p>
        </p:txBody>
      </p:sp>
      <p:sp>
        <p:nvSpPr>
          <p:cNvPr id="3" name="Text Placeholder 2">
            <a:extLst>
              <a:ext uri="{FF2B5EF4-FFF2-40B4-BE49-F238E27FC236}">
                <a16:creationId xmlns:a16="http://schemas.microsoft.com/office/drawing/2014/main" id="{605E4B92-70F4-4F7B-FA8F-20E1E2412113}"/>
              </a:ext>
            </a:extLst>
          </p:cNvPr>
          <p:cNvSpPr>
            <a:spLocks noGrp="1"/>
          </p:cNvSpPr>
          <p:nvPr>
            <p:ph type="body" idx="1"/>
          </p:nvPr>
        </p:nvSpPr>
        <p:spPr/>
        <p:txBody>
          <a:bodyPr/>
          <a:lstStyle/>
          <a:p>
            <a:endParaRPr lang="en-US" dirty="0"/>
          </a:p>
        </p:txBody>
      </p:sp>
      <p:pic>
        <p:nvPicPr>
          <p:cNvPr id="5" name="Picture 4" descr="The image displays a user interface for a software development environment, featuring a C++ unit testing project with multiple test methods, including input validation, buffer overflow protection, encryption, and access control.&#10;&#10;AI-generated content may be incorrect.">
            <a:extLst>
              <a:ext uri="{FF2B5EF4-FFF2-40B4-BE49-F238E27FC236}">
                <a16:creationId xmlns:a16="http://schemas.microsoft.com/office/drawing/2014/main" id="{0ECF43E7-38A3-4A91-FF1C-9E8080F27D8C}"/>
              </a:ext>
            </a:extLst>
          </p:cNvPr>
          <p:cNvPicPr>
            <a:picLocks noChangeAspect="1"/>
          </p:cNvPicPr>
          <p:nvPr/>
        </p:nvPicPr>
        <p:blipFill>
          <a:blip r:embed="rId4"/>
          <a:stretch>
            <a:fillRect/>
          </a:stretch>
        </p:blipFill>
        <p:spPr>
          <a:xfrm>
            <a:off x="0" y="240126"/>
            <a:ext cx="12192000" cy="6377748"/>
          </a:xfrm>
          <a:prstGeom prst="rect">
            <a:avLst/>
          </a:prstGeom>
        </p:spPr>
      </p:pic>
      <p:pic>
        <p:nvPicPr>
          <p:cNvPr id="7" name="slide9">
            <a:hlinkClick r:id="" action="ppaction://media"/>
            <a:extLst>
              <a:ext uri="{FF2B5EF4-FFF2-40B4-BE49-F238E27FC236}">
                <a16:creationId xmlns:a16="http://schemas.microsoft.com/office/drawing/2014/main" id="{461BDD71-9CFD-218E-694A-63DE19B3B17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943600" y="3276600"/>
            <a:ext cx="304800" cy="304800"/>
          </a:xfrm>
          <a:prstGeom prst="rect">
            <a:avLst/>
          </a:prstGeom>
        </p:spPr>
      </p:pic>
    </p:spTree>
    <p:extLst>
      <p:ext uri="{BB962C8B-B14F-4D97-AF65-F5344CB8AC3E}">
        <p14:creationId xmlns:p14="http://schemas.microsoft.com/office/powerpoint/2010/main" val="459827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54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1F5768-B9DD-8C80-AD75-EDFE01A6C0AB}"/>
              </a:ext>
            </a:extLst>
          </p:cNvPr>
          <p:cNvSpPr>
            <a:spLocks noGrp="1"/>
          </p:cNvSpPr>
          <p:nvPr>
            <p:ph type="title"/>
          </p:nvPr>
        </p:nvSpPr>
        <p:spPr/>
        <p:txBody>
          <a:bodyPr/>
          <a:lstStyle/>
          <a:p>
            <a:r>
              <a:rPr lang="en-US" dirty="0"/>
              <a:t>Unit Testing Cont.</a:t>
            </a:r>
          </a:p>
        </p:txBody>
      </p:sp>
      <p:sp>
        <p:nvSpPr>
          <p:cNvPr id="3" name="Text Placeholder 2">
            <a:extLst>
              <a:ext uri="{FF2B5EF4-FFF2-40B4-BE49-F238E27FC236}">
                <a16:creationId xmlns:a16="http://schemas.microsoft.com/office/drawing/2014/main" id="{40D6B67A-180C-66D8-3BF2-401858BCA17B}"/>
              </a:ext>
            </a:extLst>
          </p:cNvPr>
          <p:cNvSpPr>
            <a:spLocks noGrp="1"/>
          </p:cNvSpPr>
          <p:nvPr>
            <p:ph type="body" idx="1"/>
          </p:nvPr>
        </p:nvSpPr>
        <p:spPr/>
        <p:txBody>
          <a:bodyPr/>
          <a:lstStyle/>
          <a:p>
            <a:r>
              <a:rPr lang="en-US" b="1" dirty="0"/>
              <a:t>Test 4: Access Control</a:t>
            </a:r>
            <a:r>
              <a:rPr lang="en-US" dirty="0"/>
              <a:t> Positive: Admin allowed Negative: Guest blocked</a:t>
            </a:r>
          </a:p>
          <a:p>
            <a:r>
              <a:rPr lang="en-US" b="1" dirty="0"/>
              <a:t>Test 5: Directory Traversal</a:t>
            </a:r>
            <a:r>
              <a:rPr lang="en-US" dirty="0"/>
              <a:t> Positive: Safe path accepted Negative: “../” rejected</a:t>
            </a:r>
          </a:p>
          <a:p>
            <a:r>
              <a:rPr lang="en-US" b="1" dirty="0"/>
              <a:t>Test 6: Logging Safety</a:t>
            </a:r>
            <a:r>
              <a:rPr lang="en-US" dirty="0"/>
              <a:t> Positive: Log message stored Negative: Sensitive data not included</a:t>
            </a:r>
          </a:p>
          <a:p>
            <a:endParaRPr lang="en-US" dirty="0"/>
          </a:p>
        </p:txBody>
      </p:sp>
      <p:pic>
        <p:nvPicPr>
          <p:cNvPr id="6" name="slide10">
            <a:hlinkClick r:id="" action="ppaction://media"/>
            <a:extLst>
              <a:ext uri="{FF2B5EF4-FFF2-40B4-BE49-F238E27FC236}">
                <a16:creationId xmlns:a16="http://schemas.microsoft.com/office/drawing/2014/main" id="{578ECECF-AB79-CCD2-3286-7AB66BB3DD94}"/>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5943600" y="3276600"/>
            <a:ext cx="304800" cy="304800"/>
          </a:xfrm>
          <a:prstGeom prst="rect">
            <a:avLst/>
          </a:prstGeom>
        </p:spPr>
      </p:pic>
    </p:spTree>
    <p:extLst>
      <p:ext uri="{BB962C8B-B14F-4D97-AF65-F5344CB8AC3E}">
        <p14:creationId xmlns:p14="http://schemas.microsoft.com/office/powerpoint/2010/main" val="565853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363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6"/>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BB2CB-E2ED-16CD-2D74-EA1B8403B77C}"/>
              </a:ext>
            </a:extLst>
          </p:cNvPr>
          <p:cNvSpPr>
            <a:spLocks noGrp="1"/>
          </p:cNvSpPr>
          <p:nvPr>
            <p:ph type="title"/>
          </p:nvPr>
        </p:nvSpPr>
        <p:spPr/>
        <p:txBody>
          <a:bodyPr/>
          <a:lstStyle/>
          <a:p>
            <a:r>
              <a:rPr lang="en-US" dirty="0"/>
              <a:t>Unit Testing Cont.</a:t>
            </a:r>
          </a:p>
        </p:txBody>
      </p:sp>
      <p:sp>
        <p:nvSpPr>
          <p:cNvPr id="3" name="Text Placeholder 2">
            <a:extLst>
              <a:ext uri="{FF2B5EF4-FFF2-40B4-BE49-F238E27FC236}">
                <a16:creationId xmlns:a16="http://schemas.microsoft.com/office/drawing/2014/main" id="{96C51F19-B0BF-70F4-D58C-6696BAA0EEAB}"/>
              </a:ext>
            </a:extLst>
          </p:cNvPr>
          <p:cNvSpPr>
            <a:spLocks noGrp="1"/>
          </p:cNvSpPr>
          <p:nvPr>
            <p:ph type="body" idx="1"/>
          </p:nvPr>
        </p:nvSpPr>
        <p:spPr/>
        <p:txBody>
          <a:bodyPr/>
          <a:lstStyle/>
          <a:p>
            <a:endParaRPr lang="en-US" dirty="0"/>
          </a:p>
        </p:txBody>
      </p:sp>
      <p:pic>
        <p:nvPicPr>
          <p:cNvPr id="5" name="Picture 4" descr="The image displays a Test Explorer interface, showing the results of a test run with 6 tests, all passing, and various warnings and errors.&#10;&#10;AI-generated content may be incorrect.">
            <a:extLst>
              <a:ext uri="{FF2B5EF4-FFF2-40B4-BE49-F238E27FC236}">
                <a16:creationId xmlns:a16="http://schemas.microsoft.com/office/drawing/2014/main" id="{8DDA8ACB-E023-95B5-D1F7-2257A5B6BE44}"/>
              </a:ext>
            </a:extLst>
          </p:cNvPr>
          <p:cNvPicPr>
            <a:picLocks noChangeAspect="1"/>
          </p:cNvPicPr>
          <p:nvPr/>
        </p:nvPicPr>
        <p:blipFill>
          <a:blip r:embed="rId4"/>
          <a:stretch>
            <a:fillRect/>
          </a:stretch>
        </p:blipFill>
        <p:spPr>
          <a:xfrm>
            <a:off x="685801" y="2240177"/>
            <a:ext cx="11311456" cy="3978508"/>
          </a:xfrm>
          <a:prstGeom prst="rect">
            <a:avLst/>
          </a:prstGeom>
        </p:spPr>
      </p:pic>
      <p:pic>
        <p:nvPicPr>
          <p:cNvPr id="7" name="Recoslide11">
            <a:hlinkClick r:id="" action="ppaction://media"/>
            <a:extLst>
              <a:ext uri="{FF2B5EF4-FFF2-40B4-BE49-F238E27FC236}">
                <a16:creationId xmlns:a16="http://schemas.microsoft.com/office/drawing/2014/main" id="{16EB6CB7-E482-4583-59F2-6495B44BFA35}"/>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5943600" y="3276600"/>
            <a:ext cx="304800" cy="304800"/>
          </a:xfrm>
          <a:prstGeom prst="rect">
            <a:avLst/>
          </a:prstGeom>
        </p:spPr>
      </p:pic>
    </p:spTree>
    <p:extLst>
      <p:ext uri="{BB962C8B-B14F-4D97-AF65-F5344CB8AC3E}">
        <p14:creationId xmlns:p14="http://schemas.microsoft.com/office/powerpoint/2010/main" val="9803187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68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7"/>
                </p:tgtEl>
              </p:cMediaNode>
            </p:audio>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9"/>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AUTOMATION SUMMARY</a:t>
            </a:r>
            <a:endParaRPr/>
          </a:p>
        </p:txBody>
      </p:sp>
      <p:pic>
        <p:nvPicPr>
          <p:cNvPr id="203" name="Google Shape;203;p9" descr="DevSec Ops Toolchain Diagram&#10;Graphical representation of the automation process used in the enforcement and compliance of the Security Policy Standards.&#10;The illustration shows a figure eight or infinity symbol to illustrate that the cycle of development is continuous. It starts with assessing and planning, to designing and building with DevSecOps in the center of the continuous loop to maintain system integrity and then make additional changes to make it more secure."/>
          <p:cNvPicPr preferRelativeResize="0">
            <a:picLocks noGrp="1"/>
          </p:cNvPicPr>
          <p:nvPr>
            <p:ph type="body" idx="1"/>
          </p:nvPr>
        </p:nvPicPr>
        <p:blipFill rotWithShape="1">
          <a:blip r:embed="rId6">
            <a:alphaModFix/>
          </a:blip>
          <a:srcRect/>
          <a:stretch/>
        </p:blipFill>
        <p:spPr>
          <a:xfrm>
            <a:off x="4364182" y="2696441"/>
            <a:ext cx="5700568" cy="3516240"/>
          </a:xfrm>
          <a:prstGeom prst="rect">
            <a:avLst/>
          </a:prstGeom>
          <a:noFill/>
          <a:ln>
            <a:noFill/>
          </a:ln>
        </p:spPr>
      </p:pic>
      <p:pic>
        <p:nvPicPr>
          <p:cNvPr id="204" name="Google Shape;204;p9" descr="Green Pace logo"/>
          <p:cNvPicPr preferRelativeResize="0"/>
          <p:nvPr/>
        </p:nvPicPr>
        <p:blipFill>
          <a:blip r:embed="rId7">
            <a:alphaModFix/>
          </a:blip>
          <a:stretch>
            <a:fillRect/>
          </a:stretch>
        </p:blipFill>
        <p:spPr>
          <a:xfrm>
            <a:off x="11084074" y="5440526"/>
            <a:ext cx="886601" cy="1149225"/>
          </a:xfrm>
          <a:prstGeom prst="rect">
            <a:avLst/>
          </a:prstGeom>
          <a:noFill/>
          <a:ln>
            <a:noFill/>
          </a:ln>
        </p:spPr>
      </p:pic>
      <p:sp>
        <p:nvSpPr>
          <p:cNvPr id="2" name="TextBox 1">
            <a:extLst>
              <a:ext uri="{FF2B5EF4-FFF2-40B4-BE49-F238E27FC236}">
                <a16:creationId xmlns:a16="http://schemas.microsoft.com/office/drawing/2014/main" id="{BC007F87-9C38-CC36-6D52-5F433E7ED707}"/>
              </a:ext>
            </a:extLst>
          </p:cNvPr>
          <p:cNvSpPr txBox="1"/>
          <p:nvPr/>
        </p:nvSpPr>
        <p:spPr>
          <a:xfrm>
            <a:off x="519545" y="2613314"/>
            <a:ext cx="3605646" cy="1815882"/>
          </a:xfrm>
          <a:prstGeom prst="rect">
            <a:avLst/>
          </a:prstGeom>
          <a:noFill/>
        </p:spPr>
        <p:txBody>
          <a:bodyPr wrap="square" rtlCol="0">
            <a:spAutoFit/>
          </a:bodyPr>
          <a:lstStyle/>
          <a:p>
            <a:r>
              <a:rPr lang="en-US" dirty="0">
                <a:solidFill>
                  <a:schemeClr val="bg1"/>
                </a:solidFill>
              </a:rPr>
              <a:t>Automation integrates security tools throughout the </a:t>
            </a:r>
            <a:r>
              <a:rPr lang="en-US" dirty="0" err="1">
                <a:solidFill>
                  <a:schemeClr val="bg1"/>
                </a:solidFill>
              </a:rPr>
              <a:t>DevSecOps</a:t>
            </a:r>
            <a:r>
              <a:rPr lang="en-US" dirty="0">
                <a:solidFill>
                  <a:schemeClr val="bg1"/>
                </a:solidFill>
              </a:rPr>
              <a:t> pipeline. Static analysis runs during coding and commit stages. The compiler enforces memory safety rules. Dependency scanning occurs during build. Unit tests run during CI. Runtime monitoring and logging occur during deployment.</a:t>
            </a:r>
          </a:p>
        </p:txBody>
      </p:sp>
      <p:pic>
        <p:nvPicPr>
          <p:cNvPr id="3" name="slide12">
            <a:hlinkClick r:id="" action="ppaction://media"/>
            <a:extLst>
              <a:ext uri="{FF2B5EF4-FFF2-40B4-BE49-F238E27FC236}">
                <a16:creationId xmlns:a16="http://schemas.microsoft.com/office/drawing/2014/main" id="{0E490287-28D5-3CC3-50C7-8F431BEE1274}"/>
              </a:ext>
            </a:extLst>
          </p:cNvPr>
          <p:cNvPicPr>
            <a:picLocks noChangeAspect="1"/>
          </p:cNvPicPr>
          <p:nvPr>
            <a:audioFile r:link="rId3"/>
            <p:extLst>
              <p:ext uri="{DAA4B4D4-6D71-4841-9C94-3DE7FCFB9230}">
                <p14:media xmlns:p14="http://schemas.microsoft.com/office/powerpoint/2010/main" r:embed="rId2"/>
              </p:ext>
            </p:extLst>
          </p:nvPr>
        </p:nvPicPr>
        <p:blipFill>
          <a:blip r:embed="rId8"/>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018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3"/>
                </p:tgtEl>
              </p:cMediaNode>
            </p:audio>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sp>
        <p:nvSpPr>
          <p:cNvPr id="209" name="Google Shape;209;p10"/>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TOOLS</a:t>
            </a:r>
            <a:endParaRPr/>
          </a:p>
        </p:txBody>
      </p:sp>
      <p:sp>
        <p:nvSpPr>
          <p:cNvPr id="210" name="Google Shape;210;p10"/>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r>
              <a:rPr lang="en-US" dirty="0"/>
              <a:t>Security tools reside in multiple stages:</a:t>
            </a:r>
          </a:p>
          <a:p>
            <a:pPr lvl="0"/>
            <a:r>
              <a:rPr lang="en-US" b="1" dirty="0"/>
              <a:t>Code Stage:</a:t>
            </a:r>
            <a:r>
              <a:rPr lang="en-US" dirty="0"/>
              <a:t> Static analysis, linting</a:t>
            </a:r>
          </a:p>
          <a:p>
            <a:pPr lvl="0"/>
            <a:r>
              <a:rPr lang="en-US" b="1" dirty="0"/>
              <a:t>Build Stage:</a:t>
            </a:r>
            <a:r>
              <a:rPr lang="en-US" dirty="0"/>
              <a:t> Dependency scanning, compiler checks</a:t>
            </a:r>
          </a:p>
          <a:p>
            <a:pPr lvl="0"/>
            <a:r>
              <a:rPr lang="en-US" b="1" dirty="0"/>
              <a:t>Test Stage:</a:t>
            </a:r>
            <a:r>
              <a:rPr lang="en-US" dirty="0"/>
              <a:t> Unit tests, integration tests</a:t>
            </a:r>
          </a:p>
          <a:p>
            <a:pPr lvl="0"/>
            <a:r>
              <a:rPr lang="en-US" b="1" dirty="0"/>
              <a:t>Deploy Stage:</a:t>
            </a:r>
            <a:r>
              <a:rPr lang="en-US" dirty="0"/>
              <a:t> Container scanning, configuration validation</a:t>
            </a:r>
          </a:p>
          <a:p>
            <a:pPr lvl="0"/>
            <a:r>
              <a:rPr lang="en-US" b="1" dirty="0"/>
              <a:t>Monitor Stage:</a:t>
            </a:r>
            <a:r>
              <a:rPr lang="en-US" dirty="0"/>
              <a:t> Logging, intrusion detection</a:t>
            </a:r>
          </a:p>
          <a:p>
            <a:r>
              <a:rPr lang="en-US" dirty="0"/>
              <a:t>External tools include SonarQube, GitHub Advanced Security, dependency scanners, and runtime monitoring agents.</a:t>
            </a:r>
          </a:p>
        </p:txBody>
      </p:sp>
      <p:pic>
        <p:nvPicPr>
          <p:cNvPr id="211" name="Google Shape;211;p10"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13">
            <a:hlinkClick r:id="" action="ppaction://media"/>
            <a:extLst>
              <a:ext uri="{FF2B5EF4-FFF2-40B4-BE49-F238E27FC236}">
                <a16:creationId xmlns:a16="http://schemas.microsoft.com/office/drawing/2014/main" id="{C6C64B51-875E-E0D0-7DAE-259C4C9F60E2}"/>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303"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11"/>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RISKS AND BENEFITS</a:t>
            </a:r>
            <a:endParaRPr/>
          </a:p>
        </p:txBody>
      </p:sp>
      <p:sp>
        <p:nvSpPr>
          <p:cNvPr id="217" name="Google Shape;217;p11"/>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000"/>
            </a:pPr>
            <a:r>
              <a:rPr lang="en-US" sz="2000" b="1" dirty="0"/>
              <a:t>Problems:</a:t>
            </a:r>
            <a:r>
              <a:rPr lang="en-US" sz="2000" dirty="0"/>
              <a:t> Vulnerabilities can accumulate without standardized practices. </a:t>
            </a:r>
            <a:r>
              <a:rPr lang="en-US" sz="2000" b="1" dirty="0"/>
              <a:t>Solutions:</a:t>
            </a:r>
            <a:r>
              <a:rPr lang="en-US" sz="2000" dirty="0"/>
              <a:t> Enforce coding standards, automate testing, adopt encryption policies. </a:t>
            </a:r>
            <a:r>
              <a:rPr lang="en-US" sz="2000" b="1" dirty="0"/>
              <a:t>Risks of Acting Now:</a:t>
            </a:r>
            <a:r>
              <a:rPr lang="en-US" sz="2000" dirty="0"/>
              <a:t> Requires training and initial time investment. </a:t>
            </a:r>
            <a:r>
              <a:rPr lang="en-US" sz="2000" b="1" dirty="0"/>
              <a:t>Risks of Waiting:</a:t>
            </a:r>
            <a:r>
              <a:rPr lang="en-US" sz="2000" dirty="0"/>
              <a:t> Increased likelihood of breaches, inconsistent code quality. </a:t>
            </a:r>
            <a:r>
              <a:rPr lang="en-US" sz="2000" b="1" dirty="0"/>
              <a:t>Strategy Gaps:</a:t>
            </a:r>
            <a:r>
              <a:rPr lang="en-US" sz="2000" dirty="0"/>
              <a:t> Limited monitoring of emerging threats; need stronger dependency governance.</a:t>
            </a:r>
            <a:endParaRPr dirty="0"/>
          </a:p>
        </p:txBody>
      </p:sp>
      <p:pic>
        <p:nvPicPr>
          <p:cNvPr id="218" name="Google Shape;218;p11"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14">
            <a:hlinkClick r:id="" action="ppaction://media"/>
            <a:extLst>
              <a:ext uri="{FF2B5EF4-FFF2-40B4-BE49-F238E27FC236}">
                <a16:creationId xmlns:a16="http://schemas.microsoft.com/office/drawing/2014/main" id="{F8BCFC66-1F04-1535-E2D2-008BDBC4B0E9}"/>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43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2"/>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RECOMMENDATIONS</a:t>
            </a:r>
            <a:endParaRPr/>
          </a:p>
        </p:txBody>
      </p:sp>
      <p:sp>
        <p:nvSpPr>
          <p:cNvPr id="224" name="Google Shape;224;p12"/>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lvl="0"/>
            <a:r>
              <a:rPr lang="en-US" dirty="0"/>
              <a:t>Strengthen dependency management</a:t>
            </a:r>
          </a:p>
          <a:p>
            <a:pPr lvl="0"/>
            <a:r>
              <a:rPr lang="en-US" dirty="0"/>
              <a:t>Expand automated testing</a:t>
            </a:r>
          </a:p>
          <a:p>
            <a:pPr lvl="0"/>
            <a:r>
              <a:rPr lang="en-US" dirty="0"/>
              <a:t>Increase developer training</a:t>
            </a:r>
          </a:p>
          <a:p>
            <a:pPr lvl="0"/>
            <a:r>
              <a:rPr lang="en-US" dirty="0"/>
              <a:t>Adopt stricter logging and auditing policies</a:t>
            </a:r>
          </a:p>
          <a:p>
            <a:pPr lvl="0"/>
            <a:r>
              <a:rPr lang="en-US" dirty="0"/>
              <a:t>Integrate threat intelligence feeds</a:t>
            </a:r>
          </a:p>
        </p:txBody>
      </p:sp>
      <p:pic>
        <p:nvPicPr>
          <p:cNvPr id="225" name="Google Shape;225;p12"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14">
            <a:hlinkClick r:id="" action="ppaction://media"/>
            <a:extLst>
              <a:ext uri="{FF2B5EF4-FFF2-40B4-BE49-F238E27FC236}">
                <a16:creationId xmlns:a16="http://schemas.microsoft.com/office/drawing/2014/main" id="{8B9EFEA1-F229-3157-ED9A-098CFE52557C}"/>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120"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3"/>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CONCLUSIONS</a:t>
            </a:r>
            <a:endParaRPr/>
          </a:p>
        </p:txBody>
      </p:sp>
      <p:sp>
        <p:nvSpPr>
          <p:cNvPr id="231" name="Google Shape;231;p13"/>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a:bodyPr>
          <a:lstStyle/>
          <a:p>
            <a:pPr marL="228600" lvl="0" indent="-228600">
              <a:spcBef>
                <a:spcPts val="0"/>
              </a:spcBef>
              <a:buSzPts val="2200"/>
            </a:pPr>
            <a:r>
              <a:rPr lang="en-US" dirty="0"/>
              <a:t>Green Pace should adopt stronger encryption standards, enforce strict input validation, and expand automated testing. Future improvements include AI‑assisted code scanning, enhanced monitoring, and continuous policy updates.</a:t>
            </a:r>
            <a:endParaRPr dirty="0"/>
          </a:p>
        </p:txBody>
      </p:sp>
      <p:pic>
        <p:nvPicPr>
          <p:cNvPr id="232" name="Google Shape;232;p13" descr="Green Pace logo"/>
          <p:cNvPicPr preferRelativeResize="0"/>
          <p:nvPr/>
        </p:nvPicPr>
        <p:blipFill>
          <a:blip r:embed="rId6">
            <a:alphaModFix/>
          </a:blip>
          <a:stretch>
            <a:fillRect/>
          </a:stretch>
        </p:blipFill>
        <p:spPr>
          <a:xfrm>
            <a:off x="11084074" y="5440526"/>
            <a:ext cx="886601" cy="1149225"/>
          </a:xfrm>
          <a:prstGeom prst="rect">
            <a:avLst/>
          </a:prstGeom>
          <a:noFill/>
          <a:ln>
            <a:noFill/>
          </a:ln>
        </p:spPr>
      </p:pic>
      <p:pic>
        <p:nvPicPr>
          <p:cNvPr id="2" name="slide16">
            <a:hlinkClick r:id="" action="ppaction://media"/>
            <a:extLst>
              <a:ext uri="{FF2B5EF4-FFF2-40B4-BE49-F238E27FC236}">
                <a16:creationId xmlns:a16="http://schemas.microsoft.com/office/drawing/2014/main" id="{25AC88C8-B807-287E-1ADB-76E32FA07935}"/>
              </a:ext>
            </a:extLst>
          </p:cNvPr>
          <p:cNvPicPr>
            <a:picLocks noChangeAspect="1"/>
          </p:cNvPicPr>
          <p:nvPr>
            <a:audioFile r:link="rId3"/>
            <p:extLst>
              <p:ext uri="{DAA4B4D4-6D71-4841-9C94-3DE7FCFB9230}">
                <p14:media xmlns:p14="http://schemas.microsoft.com/office/powerpoint/2010/main" r:embed="rId2"/>
              </p:ext>
            </p:extLst>
          </p:nvPr>
        </p:nvPicPr>
        <p:blipFill>
          <a:blip r:embed="rId7"/>
          <a:stretch>
            <a:fillRect/>
          </a:stretch>
        </p:blipFill>
        <p:spPr>
          <a:xfrm>
            <a:off x="5943600" y="3276600"/>
            <a:ext cx="304800" cy="304800"/>
          </a:xfrm>
          <a:prstGeom prst="rect">
            <a:avLst/>
          </a:prstGeom>
        </p:spPr>
      </p:pic>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5698"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p:cTn id="7" fill="hold" display="0">
                  <p:stCondLst>
                    <p:cond delay="indefinite"/>
                  </p:stCondLst>
                  <p:endCondLst>
                    <p:cond evt="onStopAudio" delay="0">
                      <p:tgtEl>
                        <p:sldTgt/>
                      </p:tgtEl>
                    </p:cond>
                  </p:endCondLst>
                </p:cTn>
                <p:tgtEl>
                  <p:spTgt spid="2"/>
                </p:tgtEl>
              </p:cMediaNode>
            </p:audio>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14"/>
          <p:cNvSpPr txBox="1">
            <a:spLocks noGrp="1"/>
          </p:cNvSpPr>
          <p:nvPr>
            <p:ph type="title"/>
          </p:nvPr>
        </p:nvSpPr>
        <p:spPr>
          <a:xfrm>
            <a:off x="2895600" y="764373"/>
            <a:ext cx="8610600" cy="1293028"/>
          </a:xfrm>
          <a:prstGeom prst="rect">
            <a:avLst/>
          </a:prstGeom>
          <a:noFill/>
          <a:ln>
            <a:noFill/>
          </a:ln>
        </p:spPr>
        <p:txBody>
          <a:bodyPr spcFirstLastPara="1" wrap="square" lIns="91425" tIns="45700" rIns="91425" bIns="45700" anchor="ctr" anchorCtr="0">
            <a:normAutofit/>
          </a:bodyPr>
          <a:lstStyle/>
          <a:p>
            <a:pPr marL="0" lvl="0" indent="0" algn="r" rtl="0">
              <a:lnSpc>
                <a:spcPct val="90000"/>
              </a:lnSpc>
              <a:spcBef>
                <a:spcPts val="0"/>
              </a:spcBef>
              <a:spcAft>
                <a:spcPts val="0"/>
              </a:spcAft>
              <a:buClr>
                <a:schemeClr val="lt1"/>
              </a:buClr>
              <a:buSzPts val="4000"/>
              <a:buFont typeface="Century Gothic"/>
              <a:buNone/>
            </a:pPr>
            <a:r>
              <a:rPr lang="en-US"/>
              <a:t>REFERENCES</a:t>
            </a:r>
            <a:endParaRPr/>
          </a:p>
        </p:txBody>
      </p:sp>
      <p:sp>
        <p:nvSpPr>
          <p:cNvPr id="238" name="Google Shape;238;p14"/>
          <p:cNvSpPr txBox="1">
            <a:spLocks noGrp="1"/>
          </p:cNvSpPr>
          <p:nvPr>
            <p:ph type="body" idx="1"/>
          </p:nvPr>
        </p:nvSpPr>
        <p:spPr>
          <a:xfrm>
            <a:off x="685800" y="2194560"/>
            <a:ext cx="10820400" cy="4024125"/>
          </a:xfrm>
          <a:prstGeom prst="rect">
            <a:avLst/>
          </a:prstGeom>
          <a:noFill/>
          <a:ln>
            <a:noFill/>
          </a:ln>
        </p:spPr>
        <p:txBody>
          <a:bodyPr spcFirstLastPara="1" wrap="square" lIns="91425" tIns="45700" rIns="91425" bIns="45700" anchor="t" anchorCtr="0">
            <a:normAutofit fontScale="55000" lnSpcReduction="20000"/>
          </a:bodyPr>
          <a:lstStyle/>
          <a:p>
            <a:r>
              <a:rPr lang="en-US" b="1" dirty="0"/>
              <a:t>REFERENCES</a:t>
            </a:r>
          </a:p>
          <a:p>
            <a:r>
              <a:rPr lang="en-US" dirty="0" err="1"/>
              <a:t>Graphitas</a:t>
            </a:r>
            <a:r>
              <a:rPr lang="en-US" dirty="0"/>
              <a:t>. (n.d.). </a:t>
            </a:r>
            <a:r>
              <a:rPr lang="en-US" i="1" dirty="0"/>
              <a:t>How to upload an unlisted video to YouTube</a:t>
            </a:r>
            <a:r>
              <a:rPr lang="en-US" dirty="0"/>
              <a:t>. Retrieved October 24, 2026, from </a:t>
            </a:r>
            <a:r>
              <a:rPr lang="en-US" dirty="0">
                <a:hlinkClick r:id="rId4" tooltip="www.graphitas.co.uk"/>
              </a:rPr>
              <a:t>https://www.graphitas.co.uk/blog/how-to-upload-an-unlisted-video-to-youtube/</a:t>
            </a:r>
            <a:endParaRPr lang="en-US" dirty="0"/>
          </a:p>
          <a:p>
            <a:r>
              <a:rPr lang="en-US" dirty="0"/>
              <a:t>Green Pace. (2024). </a:t>
            </a:r>
            <a:r>
              <a:rPr lang="en-US" i="1" dirty="0"/>
              <a:t>CS405 Project Two walkthrough</a:t>
            </a:r>
            <a:r>
              <a:rPr lang="en-US" dirty="0"/>
              <a:t> [Video]. YouTube. </a:t>
            </a:r>
            <a:r>
              <a:rPr lang="en-US" dirty="0">
                <a:hlinkClick r:id="rId5" tooltip="youtu.be"/>
              </a:rPr>
              <a:t>https://youtu.be/3uk4CU7uobM</a:t>
            </a:r>
            <a:endParaRPr lang="en-US" dirty="0"/>
          </a:p>
          <a:p>
            <a:r>
              <a:rPr lang="en-US" dirty="0"/>
              <a:t>Author/Channel Name. (n.d.). </a:t>
            </a:r>
            <a:r>
              <a:rPr lang="en-US" i="1" dirty="0"/>
              <a:t>Title of the video</a:t>
            </a:r>
            <a:r>
              <a:rPr lang="en-US" dirty="0"/>
              <a:t> [Video]. YouTube. </a:t>
            </a:r>
            <a:r>
              <a:rPr lang="en-US" dirty="0">
                <a:hlinkClick r:id="rId6" tooltip="youtu.be"/>
              </a:rPr>
              <a:t>https://youtu.be/Dxhxvg__zUQ</a:t>
            </a:r>
            <a:r>
              <a:rPr lang="en-US" dirty="0"/>
              <a:t> </a:t>
            </a:r>
            <a:r>
              <a:rPr lang="en-US" i="1" dirty="0"/>
              <a:t>(Tell me the channel name + title and I’ll finalize this one.)</a:t>
            </a:r>
            <a:endParaRPr lang="en-US" dirty="0"/>
          </a:p>
          <a:p>
            <a:r>
              <a:rPr lang="en-US" dirty="0"/>
              <a:t>Microsoft. (2024). </a:t>
            </a:r>
            <a:r>
              <a:rPr lang="en-US" i="1" dirty="0"/>
              <a:t>Write unit tests for C++ in Visual Studio</a:t>
            </a:r>
            <a:r>
              <a:rPr lang="en-US" dirty="0"/>
              <a:t>. Microsoft Learn. https://learn.microsoft.com/en-us/visualstudio/test/writing-unit-tests-for-cpp </a:t>
            </a:r>
            <a:r>
              <a:rPr lang="en-US" dirty="0">
                <a:hlinkClick r:id="rId7" tooltip="www.bing.com"/>
              </a:rPr>
              <a:t>(learn.microsoft.com in Bing)</a:t>
            </a:r>
            <a:endParaRPr lang="en-US" dirty="0"/>
          </a:p>
          <a:p>
            <a:r>
              <a:rPr lang="en-US" dirty="0"/>
              <a:t>Microsoft. (2024). </a:t>
            </a:r>
            <a:r>
              <a:rPr lang="en-US" i="1" dirty="0"/>
              <a:t>C++ unit testing framework overview</a:t>
            </a:r>
            <a:r>
              <a:rPr lang="en-US" dirty="0"/>
              <a:t>. Microsoft Learn. https://learn.microsoft.com/en-us/visualstudio/test/cpp-testing-frameworks </a:t>
            </a:r>
            <a:r>
              <a:rPr lang="en-US" dirty="0">
                <a:hlinkClick r:id="rId8" tooltip="www.bing.com"/>
              </a:rPr>
              <a:t>(learn.microsoft.com in Bing)</a:t>
            </a:r>
            <a:endParaRPr lang="en-US" dirty="0"/>
          </a:p>
          <a:p>
            <a:r>
              <a:rPr lang="en-US" dirty="0"/>
              <a:t>National Institute of Standards and Technology. (2018). </a:t>
            </a:r>
            <a:r>
              <a:rPr lang="en-US" i="1" dirty="0"/>
              <a:t>Advanced Encryption Standard (AES)</a:t>
            </a:r>
            <a:r>
              <a:rPr lang="en-US" dirty="0"/>
              <a:t>. NIST. https://csrc.nist.gov/projects/cryptographic-standards-and-guidelines </a:t>
            </a:r>
            <a:r>
              <a:rPr lang="en-US" dirty="0">
                <a:hlinkClick r:id="rId9" tooltip="www.bing.com"/>
              </a:rPr>
              <a:t>(csrc.nist.gov in Bing)</a:t>
            </a:r>
            <a:endParaRPr lang="en-US" dirty="0"/>
          </a:p>
          <a:p>
            <a:r>
              <a:rPr lang="en-US" dirty="0"/>
              <a:t>OWASP Foundation. (2023). </a:t>
            </a:r>
            <a:r>
              <a:rPr lang="en-US" i="1" dirty="0"/>
              <a:t>OWASP Top Ten Web Application Security Risks</a:t>
            </a:r>
            <a:r>
              <a:rPr lang="en-US" dirty="0"/>
              <a:t>. https://owasp.org/www-project-top-ten/ </a:t>
            </a:r>
            <a:r>
              <a:rPr lang="en-US" dirty="0">
                <a:hlinkClick r:id="rId10" tooltip="www.bing.com"/>
              </a:rPr>
              <a:t>(owasp.org in Bing)</a:t>
            </a:r>
            <a:endParaRPr lang="en-US" dirty="0"/>
          </a:p>
          <a:p>
            <a:r>
              <a:rPr lang="en-US" dirty="0"/>
              <a:t>GitHub. (2024). </a:t>
            </a:r>
            <a:r>
              <a:rPr lang="en-US" i="1" dirty="0"/>
              <a:t>GitHub Advanced Security overview</a:t>
            </a:r>
            <a:r>
              <a:rPr lang="en-US" dirty="0"/>
              <a:t>. https://docs.github.com/en/code-security </a:t>
            </a:r>
            <a:r>
              <a:rPr lang="en-US" dirty="0">
                <a:hlinkClick r:id="rId11" tooltip="www.bing.com"/>
              </a:rPr>
              <a:t>(docs.github.com in Bing)</a:t>
            </a:r>
            <a:endParaRPr lang="en-US" dirty="0"/>
          </a:p>
          <a:p>
            <a:r>
              <a:rPr lang="en-US" dirty="0" err="1"/>
              <a:t>SonarSource</a:t>
            </a:r>
            <a:r>
              <a:rPr lang="en-US" dirty="0"/>
              <a:t>. (2024). </a:t>
            </a:r>
            <a:r>
              <a:rPr lang="en-US" i="1" dirty="0"/>
              <a:t>SonarQube documentation</a:t>
            </a:r>
            <a:r>
              <a:rPr lang="en-US" dirty="0"/>
              <a:t>. </a:t>
            </a:r>
            <a:r>
              <a:rPr lang="en-US" dirty="0">
                <a:hlinkClick r:id="rId12" tooltip="docs.sonarsource.com"/>
              </a:rPr>
              <a:t>https://docs.sonarsource.com/</a:t>
            </a:r>
            <a:endParaRPr lang="en-US" dirty="0"/>
          </a:p>
          <a:p>
            <a:r>
              <a:rPr lang="en-US" dirty="0"/>
              <a:t>Southern New Hampshire University. (2024). </a:t>
            </a:r>
            <a:r>
              <a:rPr lang="en-US" i="1" dirty="0"/>
              <a:t>CS405 Secure Coding Course Materials</a:t>
            </a:r>
            <a:r>
              <a:rPr lang="en-US" dirty="0"/>
              <a:t>. SNHU Brightspace</a:t>
            </a:r>
          </a:p>
        </p:txBody>
      </p:sp>
      <p:pic>
        <p:nvPicPr>
          <p:cNvPr id="239" name="Google Shape;239;p14" descr="Green Pace logo"/>
          <p:cNvPicPr preferRelativeResize="0"/>
          <p:nvPr/>
        </p:nvPicPr>
        <p:blipFill>
          <a:blip r:embed="rId13">
            <a:alphaModFix/>
          </a:blip>
          <a:stretch>
            <a:fillRect/>
          </a:stretch>
        </p:blipFill>
        <p:spPr>
          <a:xfrm>
            <a:off x="11084074" y="5440526"/>
            <a:ext cx="886601" cy="1149225"/>
          </a:xfrm>
          <a:prstGeom prst="rect">
            <a:avLst/>
          </a:prstGeom>
          <a:noFill/>
          <a:ln>
            <a:noFill/>
          </a:ln>
        </p:spPr>
      </p:pic>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14"/>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Vapor Trail">
  <a:themeElements>
    <a:clrScheme name="Vapor Trail">
      <a:dk1>
        <a:srgbClr val="000000"/>
      </a:dk1>
      <a:lt1>
        <a:srgbClr val="FFFFFF"/>
      </a:lt1>
      <a:dk2>
        <a:srgbClr val="454545"/>
      </a:dk2>
      <a:lt2>
        <a:srgbClr val="DADADA"/>
      </a:lt2>
      <a:accent1>
        <a:srgbClr val="DF2E28"/>
      </a:accent1>
      <a:accent2>
        <a:srgbClr val="FE801A"/>
      </a:accent2>
      <a:accent3>
        <a:srgbClr val="E9BF35"/>
      </a:accent3>
      <a:accent4>
        <a:srgbClr val="81BB42"/>
      </a:accent4>
      <a:accent5>
        <a:srgbClr val="32C7A9"/>
      </a:accent5>
      <a:accent6>
        <a:srgbClr val="4A9BDC"/>
      </a:accent6>
      <a:hlink>
        <a:srgbClr val="F0532B"/>
      </a:hlink>
      <a:folHlink>
        <a:srgbClr val="F38B53"/>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9267F6D1A260A4394C18F5AF72445EA" ma:contentTypeVersion="3" ma:contentTypeDescription="Create a new document." ma:contentTypeScope="" ma:versionID="d6a723735a0ade9a92961b83aee31dda">
  <xsd:schema xmlns:xsd="http://www.w3.org/2001/XMLSchema" xmlns:xs="http://www.w3.org/2001/XMLSchema" xmlns:p="http://schemas.microsoft.com/office/2006/metadata/properties" targetNamespace="http://schemas.microsoft.com/office/2006/metadata/properties" ma:root="true" ma:fieldsID="e345bd7673956a623930e5662e321f3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4"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DB4D054-FC38-43E0-B24C-8E3420B75B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3E9B35DD-16B6-4415-A905-CDACA4FC6DBE}">
  <ds:schemaRefs>
    <ds:schemaRef ds:uri="http://schemas.openxmlformats.org/package/2006/metadata/core-properties"/>
    <ds:schemaRef ds:uri="http://www.w3.org/XML/1998/namespace"/>
    <ds:schemaRef ds:uri="http://schemas.microsoft.com/office/2006/documentManagement/types"/>
    <ds:schemaRef ds:uri="http://purl.org/dc/elements/1.1/"/>
    <ds:schemaRef ds:uri="http://purl.org/dc/dcmitype/"/>
    <ds:schemaRef ds:uri="http://schemas.microsoft.com/office/2006/metadata/properties"/>
    <ds:schemaRef ds:uri="http://schemas.microsoft.com/office/infopath/2007/PartnerControls"/>
    <ds:schemaRef ds:uri="http://purl.org/dc/terms/"/>
  </ds:schemaRefs>
</ds:datastoreItem>
</file>

<file path=customXml/itemProps3.xml><?xml version="1.0" encoding="utf-8"?>
<ds:datastoreItem xmlns:ds="http://schemas.openxmlformats.org/officeDocument/2006/customXml" ds:itemID="{F398236C-7FA9-40C9-B456-AA158A506A3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411</TotalTime>
  <Words>1320</Words>
  <Application>Microsoft Office PowerPoint</Application>
  <PresentationFormat>Widescreen</PresentationFormat>
  <Paragraphs>97</Paragraphs>
  <Slides>17</Slides>
  <Notes>14</Notes>
  <HiddenSlides>0</HiddenSlides>
  <MMClips>16</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Century Gothic</vt:lpstr>
      <vt:lpstr>Arial</vt:lpstr>
      <vt:lpstr>Vapor Trail</vt:lpstr>
      <vt:lpstr>Green Pace</vt:lpstr>
      <vt:lpstr>OVERVIEW: DEFENSE IN DEPTH</vt:lpstr>
      <vt:lpstr>THREATS MATRIX</vt:lpstr>
      <vt:lpstr>10 PRINCIPLES</vt:lpstr>
      <vt:lpstr>CODING STANDARDS</vt:lpstr>
      <vt:lpstr>ENCRYPTION POLICIES</vt:lpstr>
      <vt:lpstr>TRIPLE-A POLICIES</vt:lpstr>
      <vt:lpstr>Unit Testing</vt:lpstr>
      <vt:lpstr>Unit Testing </vt:lpstr>
      <vt:lpstr>Unit Testing Cont.</vt:lpstr>
      <vt:lpstr>Unit Testing Cont.</vt:lpstr>
      <vt:lpstr>AUTOMATION SUMMARY</vt:lpstr>
      <vt:lpstr>TOOLS</vt:lpstr>
      <vt:lpstr>RISKS AND BENEFITS</vt:lpstr>
      <vt:lpstr>RECOMMENDATIONS</vt:lpstr>
      <vt:lpstr>CONCLUSIONS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405 Project Two Presentation Template</dc:title>
  <dc:creator>Kathy Shields</dc:creator>
  <cp:lastModifiedBy>Butler, Levern</cp:lastModifiedBy>
  <cp:revision>9</cp:revision>
  <dcterms:created xsi:type="dcterms:W3CDTF">2020-08-19T17:59:24Z</dcterms:created>
  <dcterms:modified xsi:type="dcterms:W3CDTF">2026-10-24T23:44:35Z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DA78308B-55B0-44AB-B406-C6A80F5E53EB</vt:lpwstr>
  </property>
  <property fmtid="{D5CDD505-2E9C-101B-9397-08002B2CF9AE}" pid="3" name="ArticulatePath">
    <vt:lpwstr>CS 405 P2 Presentation Template</vt:lpwstr>
  </property>
  <property fmtid="{D5CDD505-2E9C-101B-9397-08002B2CF9AE}" pid="4" name="ContentTypeId">
    <vt:lpwstr>0x01010019267F6D1A260A4394C18F5AF72445EA</vt:lpwstr>
  </property>
</Properties>
</file>